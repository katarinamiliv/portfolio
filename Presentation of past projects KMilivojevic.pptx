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68" r:id="rId3"/>
    <p:sldId id="256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2" r:id="rId18"/>
    <p:sldId id="274" r:id="rId19"/>
    <p:sldId id="276" r:id="rId20"/>
    <p:sldId id="277" r:id="rId21"/>
    <p:sldId id="278" r:id="rId22"/>
    <p:sldId id="279" r:id="rId23"/>
    <p:sldId id="280" r:id="rId24"/>
    <p:sldId id="275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92" r:id="rId35"/>
    <p:sldId id="293" r:id="rId36"/>
    <p:sldId id="294" r:id="rId37"/>
    <p:sldId id="295" r:id="rId38"/>
    <p:sldId id="296" r:id="rId39"/>
    <p:sldId id="297" r:id="rId40"/>
    <p:sldId id="263" r:id="rId41"/>
    <p:sldId id="28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97394-255E-4E8D-BAD6-5D0AC0DB587A}" v="136" dt="2021-01-26T11:17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rina Milivojevic" userId="2ce6b8504e721ec2" providerId="LiveId" clId="{25497394-255E-4E8D-BAD6-5D0AC0DB587A}"/>
    <pc:docChg chg="undo custSel mod addSld delSld modSld sldOrd">
      <pc:chgData name="Katarina Milivojevic" userId="2ce6b8504e721ec2" providerId="LiveId" clId="{25497394-255E-4E8D-BAD6-5D0AC0DB587A}" dt="2021-01-26T13:29:32.059" v="8666" actId="255"/>
      <pc:docMkLst>
        <pc:docMk/>
      </pc:docMkLst>
      <pc:sldChg chg="addSp delSp modSp mod setBg">
        <pc:chgData name="Katarina Milivojevic" userId="2ce6b8504e721ec2" providerId="LiveId" clId="{25497394-255E-4E8D-BAD6-5D0AC0DB587A}" dt="2021-01-25T19:54:50.438" v="8077" actId="20577"/>
        <pc:sldMkLst>
          <pc:docMk/>
          <pc:sldMk cId="2086752217" sldId="256"/>
        </pc:sldMkLst>
        <pc:spChg chg="mod">
          <ac:chgData name="Katarina Milivojevic" userId="2ce6b8504e721ec2" providerId="LiveId" clId="{25497394-255E-4E8D-BAD6-5D0AC0DB587A}" dt="2021-01-21T19:58:42.490" v="134" actId="27636"/>
          <ac:spMkLst>
            <pc:docMk/>
            <pc:sldMk cId="2086752217" sldId="256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1T20:25:34.563" v="401" actId="207"/>
          <ac:spMkLst>
            <pc:docMk/>
            <pc:sldMk cId="2086752217" sldId="256"/>
            <ac:spMk id="3" creationId="{CC82581F-EE86-4AC3-80C4-1C200E7164B1}"/>
          </ac:spMkLst>
        </pc:spChg>
        <pc:spChg chg="add mod">
          <ac:chgData name="Katarina Milivojevic" userId="2ce6b8504e721ec2" providerId="LiveId" clId="{25497394-255E-4E8D-BAD6-5D0AC0DB587A}" dt="2021-01-23T16:51:30.857" v="6194" actId="20577"/>
          <ac:spMkLst>
            <pc:docMk/>
            <pc:sldMk cId="2086752217" sldId="256"/>
            <ac:spMk id="4" creationId="{59380A44-C19D-48CD-9B13-0EABE343B072}"/>
          </ac:spMkLst>
        </pc:spChg>
        <pc:spChg chg="add del">
          <ac:chgData name="Katarina Milivojevic" userId="2ce6b8504e721ec2" providerId="LiveId" clId="{25497394-255E-4E8D-BAD6-5D0AC0DB587A}" dt="2021-01-21T19:53:01.662" v="102" actId="26606"/>
          <ac:spMkLst>
            <pc:docMk/>
            <pc:sldMk cId="2086752217" sldId="256"/>
            <ac:spMk id="8" creationId="{DD6BC9EB-F181-48AB-BCA2-3D1DB20D2D87}"/>
          </ac:spMkLst>
        </pc:spChg>
        <pc:spChg chg="add mod">
          <ac:chgData name="Katarina Milivojevic" userId="2ce6b8504e721ec2" providerId="LiveId" clId="{25497394-255E-4E8D-BAD6-5D0AC0DB587A}" dt="2021-01-25T19:54:50.438" v="8077" actId="20577"/>
          <ac:spMkLst>
            <pc:docMk/>
            <pc:sldMk cId="2086752217" sldId="256"/>
            <ac:spMk id="9" creationId="{793050AF-2BEB-43D1-B1B2-BB990831DE78}"/>
          </ac:spMkLst>
        </pc:spChg>
        <pc:spChg chg="add del">
          <ac:chgData name="Katarina Milivojevic" userId="2ce6b8504e721ec2" providerId="LiveId" clId="{25497394-255E-4E8D-BAD6-5D0AC0DB587A}" dt="2021-01-21T19:53:01.662" v="102" actId="26606"/>
          <ac:spMkLst>
            <pc:docMk/>
            <pc:sldMk cId="2086752217" sldId="256"/>
            <ac:spMk id="10" creationId="{D33AAA80-39DC-4020-9BFF-0718F35C7661}"/>
          </ac:spMkLst>
        </pc:spChg>
        <pc:spChg chg="add del">
          <ac:chgData name="Katarina Milivojevic" userId="2ce6b8504e721ec2" providerId="LiveId" clId="{25497394-255E-4E8D-BAD6-5D0AC0DB587A}" dt="2021-01-21T19:53:01.662" v="102" actId="26606"/>
          <ac:spMkLst>
            <pc:docMk/>
            <pc:sldMk cId="2086752217" sldId="256"/>
            <ac:spMk id="14" creationId="{1177F295-741F-4EFF-B0CA-BE69295ADA07}"/>
          </ac:spMkLst>
        </pc:spChg>
        <pc:picChg chg="add del">
          <ac:chgData name="Katarina Milivojevic" userId="2ce6b8504e721ec2" providerId="LiveId" clId="{25497394-255E-4E8D-BAD6-5D0AC0DB587A}" dt="2021-01-21T19:53:04.341" v="104" actId="478"/>
          <ac:picMkLst>
            <pc:docMk/>
            <pc:sldMk cId="2086752217" sldId="256"/>
            <ac:picMk id="5" creationId="{2943836A-3059-4126-947D-1988BBD1ADD5}"/>
          </ac:picMkLst>
        </pc:picChg>
        <pc:picChg chg="add mod ord">
          <ac:chgData name="Katarina Milivojevic" userId="2ce6b8504e721ec2" providerId="LiveId" clId="{25497394-255E-4E8D-BAD6-5D0AC0DB587A}" dt="2021-01-25T17:33:57.495" v="8013" actId="167"/>
          <ac:picMkLst>
            <pc:docMk/>
            <pc:sldMk cId="2086752217" sldId="256"/>
            <ac:picMk id="6" creationId="{4B6ED27E-E92F-4CBB-B03A-69735FB7A96B}"/>
          </ac:picMkLst>
        </pc:picChg>
        <pc:picChg chg="add mod">
          <ac:chgData name="Katarina Milivojevic" userId="2ce6b8504e721ec2" providerId="LiveId" clId="{25497394-255E-4E8D-BAD6-5D0AC0DB587A}" dt="2021-01-21T20:12:08.374" v="177" actId="1076"/>
          <ac:picMkLst>
            <pc:docMk/>
            <pc:sldMk cId="2086752217" sldId="256"/>
            <ac:picMk id="7" creationId="{8C3DE43E-BB6D-4ADA-A528-0A9F9FFBE812}"/>
          </ac:picMkLst>
        </pc:picChg>
        <pc:cxnChg chg="add del">
          <ac:chgData name="Katarina Milivojevic" userId="2ce6b8504e721ec2" providerId="LiveId" clId="{25497394-255E-4E8D-BAD6-5D0AC0DB587A}" dt="2021-01-21T19:53:01.662" v="102" actId="26606"/>
          <ac:cxnSpMkLst>
            <pc:docMk/>
            <pc:sldMk cId="2086752217" sldId="256"/>
            <ac:cxnSpMk id="12" creationId="{C9C5D90B-7EE3-4D26-AB7D-A5A3A6E11203}"/>
          </ac:cxnSpMkLst>
        </pc:cxnChg>
      </pc:sldChg>
      <pc:sldChg chg="addSp delSp modSp new mod ord setBg setClrOvrMap">
        <pc:chgData name="Katarina Milivojevic" userId="2ce6b8504e721ec2" providerId="LiveId" clId="{25497394-255E-4E8D-BAD6-5D0AC0DB587A}" dt="2021-01-23T13:06:16.918" v="3576" actId="2711"/>
        <pc:sldMkLst>
          <pc:docMk/>
          <pc:sldMk cId="4270305568" sldId="257"/>
        </pc:sldMkLst>
        <pc:spChg chg="mod ord">
          <ac:chgData name="Katarina Milivojevic" userId="2ce6b8504e721ec2" providerId="LiveId" clId="{25497394-255E-4E8D-BAD6-5D0AC0DB587A}" dt="2021-01-22T20:38:17.835" v="2248" actId="26606"/>
          <ac:spMkLst>
            <pc:docMk/>
            <pc:sldMk cId="4270305568" sldId="257"/>
            <ac:spMk id="2" creationId="{BEA9598E-1D35-4752-B05F-30DF65D57386}"/>
          </ac:spMkLst>
        </pc:spChg>
        <pc:spChg chg="mod ord">
          <ac:chgData name="Katarina Milivojevic" userId="2ce6b8504e721ec2" providerId="LiveId" clId="{25497394-255E-4E8D-BAD6-5D0AC0DB587A}" dt="2021-01-23T13:06:16.918" v="3576" actId="2711"/>
          <ac:spMkLst>
            <pc:docMk/>
            <pc:sldMk cId="4270305568" sldId="257"/>
            <ac:spMk id="3" creationId="{5234C597-4C72-421B-9497-686C0F151F56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8" creationId="{A65AC7D1-EAA9-48F5-B509-60A7F50BF703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10" creationId="{D6320AF9-619A-4175-865B-5663E1AEF4C5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16" creationId="{7E018740-5C2B-4A41-AC1A-7E68D1EC1954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18" creationId="{166F75A4-C475-4941-8EE2-B80A06A2C1BB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20" creationId="{A032553A-72E8-4B0D-8405-FF9771C9AF05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22" creationId="{765800AC-C3B9-498E-87BC-29FAE4C76B21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24" creationId="{1F9D6ACB-2FF4-49F9-978A-E0D5327FC635}"/>
          </ac:spMkLst>
        </pc:spChg>
        <pc:spChg chg="add del">
          <ac:chgData name="Katarina Milivojevic" userId="2ce6b8504e721ec2" providerId="LiveId" clId="{25497394-255E-4E8D-BAD6-5D0AC0DB587A}" dt="2021-01-21T19:48:59.890" v="63" actId="26606"/>
          <ac:spMkLst>
            <pc:docMk/>
            <pc:sldMk cId="4270305568" sldId="257"/>
            <ac:spMk id="26" creationId="{142BFA2A-77A0-4F60-A32A-685681C84889}"/>
          </ac:spMkLst>
        </pc:spChg>
        <pc:spChg chg="add del">
          <ac:chgData name="Katarina Milivojevic" userId="2ce6b8504e721ec2" providerId="LiveId" clId="{25497394-255E-4E8D-BAD6-5D0AC0DB587A}" dt="2021-01-21T19:51:39.418" v="95" actId="26606"/>
          <ac:spMkLst>
            <pc:docMk/>
            <pc:sldMk cId="4270305568" sldId="257"/>
            <ac:spMk id="31" creationId="{3BCB5F6A-9EB0-40B0-9D13-3023E9A20508}"/>
          </ac:spMkLst>
        </pc:spChg>
        <pc:spChg chg="add del">
          <ac:chgData name="Katarina Milivojevic" userId="2ce6b8504e721ec2" providerId="LiveId" clId="{25497394-255E-4E8D-BAD6-5D0AC0DB587A}" dt="2021-01-22T20:38:17.835" v="2248" actId="26606"/>
          <ac:spMkLst>
            <pc:docMk/>
            <pc:sldMk cId="4270305568" sldId="257"/>
            <ac:spMk id="36" creationId="{EB6743CF-E74B-4A3C-A785-599069DB89DF}"/>
          </ac:spMkLst>
        </pc:spChg>
        <pc:spChg chg="add del">
          <ac:chgData name="Katarina Milivojevic" userId="2ce6b8504e721ec2" providerId="LiveId" clId="{25497394-255E-4E8D-BAD6-5D0AC0DB587A}" dt="2021-01-22T20:37:49.641" v="2240" actId="26606"/>
          <ac:spMkLst>
            <pc:docMk/>
            <pc:sldMk cId="4270305568" sldId="257"/>
            <ac:spMk id="41" creationId="{3BCB5F6A-9EB0-40B0-9D13-3023E9A20508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45" creationId="{3F088236-D655-4F88-B238-E16762358025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47" creationId="{3DAC0C92-199E-475C-9390-119A9B027276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49" creationId="{C4CFB339-0ED8-4FE2-9EF1-6D1375B8499B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51" creationId="{31896C80-2069-4431-9C19-83B913734490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53" creationId="{BF120A21-0841-4823-B0C4-28AEBCEF9B78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55" creationId="{DBB05BAE-BBD3-4289-899F-A6851503C6B0}"/>
          </ac:spMkLst>
        </pc:spChg>
        <pc:spChg chg="add del">
          <ac:chgData name="Katarina Milivojevic" userId="2ce6b8504e721ec2" providerId="LiveId" clId="{25497394-255E-4E8D-BAD6-5D0AC0DB587A}" dt="2021-01-22T20:37:53.336" v="2242" actId="26606"/>
          <ac:spMkLst>
            <pc:docMk/>
            <pc:sldMk cId="4270305568" sldId="257"/>
            <ac:spMk id="57" creationId="{9874D11C-36F5-4BBE-A490-019A54E953B0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59" creationId="{A5EC319D-0FEA-4B95-A3EA-01E35672C95B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0" creationId="{A65AC7D1-EAA9-48F5-B509-60A7F50BF703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1" creationId="{D6320AF9-619A-4175-865B-5663E1AEF4C5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4" creationId="{7E018740-5C2B-4A41-AC1A-7E68D1EC1954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5" creationId="{166F75A4-C475-4941-8EE2-B80A06A2C1BB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6" creationId="{A032553A-72E8-4B0D-8405-FF9771C9AF05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7" creationId="{765800AC-C3B9-498E-87BC-29FAE4C76B21}"/>
          </ac:spMkLst>
        </pc:spChg>
        <pc:spChg chg="add del">
          <ac:chgData name="Katarina Milivojevic" userId="2ce6b8504e721ec2" providerId="LiveId" clId="{25497394-255E-4E8D-BAD6-5D0AC0DB587A}" dt="2021-01-22T20:37:56.567" v="2244" actId="26606"/>
          <ac:spMkLst>
            <pc:docMk/>
            <pc:sldMk cId="4270305568" sldId="257"/>
            <ac:spMk id="68" creationId="{1F9D6ACB-2FF4-49F9-978A-E0D5327FC635}"/>
          </ac:spMkLst>
        </pc:spChg>
        <pc:spChg chg="add del">
          <ac:chgData name="Katarina Milivojevic" userId="2ce6b8504e721ec2" providerId="LiveId" clId="{25497394-255E-4E8D-BAD6-5D0AC0DB587A}" dt="2021-01-22T20:38:17.835" v="2248" actId="26606"/>
          <ac:spMkLst>
            <pc:docMk/>
            <pc:sldMk cId="4270305568" sldId="257"/>
            <ac:spMk id="70" creationId="{EB6743CF-E74B-4A3C-A785-599069DB89DF}"/>
          </ac:spMkLst>
        </pc:spChg>
        <pc:picChg chg="add mod ord">
          <ac:chgData name="Katarina Milivojevic" userId="2ce6b8504e721ec2" providerId="LiveId" clId="{25497394-255E-4E8D-BAD6-5D0AC0DB587A}" dt="2021-01-22T20:38:17.835" v="2248" actId="26606"/>
          <ac:picMkLst>
            <pc:docMk/>
            <pc:sldMk cId="4270305568" sldId="257"/>
            <ac:picMk id="5" creationId="{FB07D0FB-B301-47AD-85E3-675ABA4B0221}"/>
          </ac:picMkLst>
        </pc:picChg>
        <pc:cxnChg chg="add del">
          <ac:chgData name="Katarina Milivojevic" userId="2ce6b8504e721ec2" providerId="LiveId" clId="{25497394-255E-4E8D-BAD6-5D0AC0DB587A}" dt="2021-01-21T19:48:59.890" v="63" actId="26606"/>
          <ac:cxnSpMkLst>
            <pc:docMk/>
            <pc:sldMk cId="4270305568" sldId="257"/>
            <ac:cxnSpMk id="12" creationId="{063B6EC6-D752-4EE7-908B-F8F19E8C7FEA}"/>
          </ac:cxnSpMkLst>
        </pc:cxnChg>
        <pc:cxnChg chg="add del">
          <ac:chgData name="Katarina Milivojevic" userId="2ce6b8504e721ec2" providerId="LiveId" clId="{25497394-255E-4E8D-BAD6-5D0AC0DB587A}" dt="2021-01-21T19:48:59.890" v="63" actId="26606"/>
          <ac:cxnSpMkLst>
            <pc:docMk/>
            <pc:sldMk cId="4270305568" sldId="257"/>
            <ac:cxnSpMk id="14" creationId="{EFECD4E8-AD3E-4228-82A2-9461958EA94D}"/>
          </ac:cxnSpMkLst>
        </pc:cxnChg>
        <pc:cxnChg chg="add del">
          <ac:chgData name="Katarina Milivojevic" userId="2ce6b8504e721ec2" providerId="LiveId" clId="{25497394-255E-4E8D-BAD6-5D0AC0DB587A}" dt="2021-01-22T20:37:53.336" v="2242" actId="26606"/>
          <ac:cxnSpMkLst>
            <pc:docMk/>
            <pc:sldMk cId="4270305568" sldId="257"/>
            <ac:cxnSpMk id="43" creationId="{2AFD8CBA-54A3-4363-991B-B9C631BBFA74}"/>
          </ac:cxnSpMkLst>
        </pc:cxnChg>
        <pc:cxnChg chg="add del">
          <ac:chgData name="Katarina Milivojevic" userId="2ce6b8504e721ec2" providerId="LiveId" clId="{25497394-255E-4E8D-BAD6-5D0AC0DB587A}" dt="2021-01-22T20:37:53.336" v="2242" actId="26606"/>
          <ac:cxnSpMkLst>
            <pc:docMk/>
            <pc:sldMk cId="4270305568" sldId="257"/>
            <ac:cxnSpMk id="44" creationId="{64FA5DFF-7FE6-4855-84E6-DFA78EE978BD}"/>
          </ac:cxnSpMkLst>
        </pc:cxnChg>
        <pc:cxnChg chg="add del">
          <ac:chgData name="Katarina Milivojevic" userId="2ce6b8504e721ec2" providerId="LiveId" clId="{25497394-255E-4E8D-BAD6-5D0AC0DB587A}" dt="2021-01-22T20:37:56.567" v="2244" actId="26606"/>
          <ac:cxnSpMkLst>
            <pc:docMk/>
            <pc:sldMk cId="4270305568" sldId="257"/>
            <ac:cxnSpMk id="62" creationId="{063B6EC6-D752-4EE7-908B-F8F19E8C7FEA}"/>
          </ac:cxnSpMkLst>
        </pc:cxnChg>
        <pc:cxnChg chg="add del">
          <ac:chgData name="Katarina Milivojevic" userId="2ce6b8504e721ec2" providerId="LiveId" clId="{25497394-255E-4E8D-BAD6-5D0AC0DB587A}" dt="2021-01-22T20:37:56.567" v="2244" actId="26606"/>
          <ac:cxnSpMkLst>
            <pc:docMk/>
            <pc:sldMk cId="4270305568" sldId="257"/>
            <ac:cxnSpMk id="63" creationId="{EFECD4E8-AD3E-4228-82A2-9461958EA94D}"/>
          </ac:cxnSpMkLst>
        </pc:cxnChg>
      </pc:sldChg>
      <pc:sldChg chg="addSp delSp modSp add mod setBg">
        <pc:chgData name="Katarina Milivojevic" userId="2ce6b8504e721ec2" providerId="LiveId" clId="{25497394-255E-4E8D-BAD6-5D0AC0DB587A}" dt="2021-01-25T17:09:04.962" v="8007" actId="20577"/>
        <pc:sldMkLst>
          <pc:docMk/>
          <pc:sldMk cId="1659700902" sldId="258"/>
        </pc:sldMkLst>
        <pc:spChg chg="mod">
          <ac:chgData name="Katarina Milivojevic" userId="2ce6b8504e721ec2" providerId="LiveId" clId="{25497394-255E-4E8D-BAD6-5D0AC0DB587A}" dt="2021-01-25T17:09:04.962" v="8007" actId="20577"/>
          <ac:spMkLst>
            <pc:docMk/>
            <pc:sldMk cId="1659700902" sldId="258"/>
            <ac:spMk id="4" creationId="{59380A44-C19D-48CD-9B13-0EABE343B072}"/>
          </ac:spMkLst>
        </pc:spChg>
        <pc:spChg chg="add del mod">
          <ac:chgData name="Katarina Milivojevic" userId="2ce6b8504e721ec2" providerId="LiveId" clId="{25497394-255E-4E8D-BAD6-5D0AC0DB587A}" dt="2021-01-21T20:17:01.008" v="284" actId="478"/>
          <ac:spMkLst>
            <pc:docMk/>
            <pc:sldMk cId="1659700902" sldId="258"/>
            <ac:spMk id="5" creationId="{1D7161AA-D5B4-4073-A480-7BE2D79940A1}"/>
          </ac:spMkLst>
        </pc:spChg>
        <pc:spChg chg="del">
          <ac:chgData name="Katarina Milivojevic" userId="2ce6b8504e721ec2" providerId="LiveId" clId="{25497394-255E-4E8D-BAD6-5D0AC0DB587A}" dt="2021-01-21T20:13:50.844" v="187" actId="478"/>
          <ac:spMkLst>
            <pc:docMk/>
            <pc:sldMk cId="1659700902" sldId="258"/>
            <ac:spMk id="9" creationId="{793050AF-2BEB-43D1-B1B2-BB990831DE78}"/>
          </ac:spMkLst>
        </pc:spChg>
        <pc:picChg chg="del">
          <ac:chgData name="Katarina Milivojevic" userId="2ce6b8504e721ec2" providerId="LiveId" clId="{25497394-255E-4E8D-BAD6-5D0AC0DB587A}" dt="2021-01-21T20:13:47.648" v="186" actId="478"/>
          <ac:picMkLst>
            <pc:docMk/>
            <pc:sldMk cId="1659700902" sldId="258"/>
            <ac:picMk id="7" creationId="{8C3DE43E-BB6D-4ADA-A528-0A9F9FFBE812}"/>
          </ac:picMkLst>
        </pc:picChg>
        <pc:picChg chg="add mod modCrop">
          <ac:chgData name="Katarina Milivojevic" userId="2ce6b8504e721ec2" providerId="LiveId" clId="{25497394-255E-4E8D-BAD6-5D0AC0DB587A}" dt="2021-01-23T17:02:10.689" v="6195" actId="732"/>
          <ac:picMkLst>
            <pc:docMk/>
            <pc:sldMk cId="1659700902" sldId="258"/>
            <ac:picMk id="8" creationId="{B8636555-7730-4F5F-BC58-9A2E7106D9AF}"/>
          </ac:picMkLst>
        </pc:picChg>
      </pc:sldChg>
      <pc:sldChg chg="addSp delSp modSp add mod">
        <pc:chgData name="Katarina Milivojevic" userId="2ce6b8504e721ec2" providerId="LiveId" clId="{25497394-255E-4E8D-BAD6-5D0AC0DB587A}" dt="2021-01-21T21:27:36.847" v="1228" actId="20577"/>
        <pc:sldMkLst>
          <pc:docMk/>
          <pc:sldMk cId="3681628298" sldId="259"/>
        </pc:sldMkLst>
        <pc:spChg chg="mod">
          <ac:chgData name="Katarina Milivojevic" userId="2ce6b8504e721ec2" providerId="LiveId" clId="{25497394-255E-4E8D-BAD6-5D0AC0DB587A}" dt="2021-01-21T21:27:36.847" v="1228" actId="20577"/>
          <ac:spMkLst>
            <pc:docMk/>
            <pc:sldMk cId="3681628298" sldId="259"/>
            <ac:spMk id="4" creationId="{59380A44-C19D-48CD-9B13-0EABE343B072}"/>
          </ac:spMkLst>
        </pc:spChg>
        <pc:picChg chg="add mod modCrop">
          <ac:chgData name="Katarina Milivojevic" userId="2ce6b8504e721ec2" providerId="LiveId" clId="{25497394-255E-4E8D-BAD6-5D0AC0DB587A}" dt="2021-01-21T20:25:14.336" v="400" actId="14100"/>
          <ac:picMkLst>
            <pc:docMk/>
            <pc:sldMk cId="3681628298" sldId="259"/>
            <ac:picMk id="6" creationId="{C09E6CC3-995A-4428-A088-764C8E917030}"/>
          </ac:picMkLst>
        </pc:picChg>
        <pc:picChg chg="del">
          <ac:chgData name="Katarina Milivojevic" userId="2ce6b8504e721ec2" providerId="LiveId" clId="{25497394-255E-4E8D-BAD6-5D0AC0DB587A}" dt="2021-01-21T20:23:39.279" v="389" actId="478"/>
          <ac:picMkLst>
            <pc:docMk/>
            <pc:sldMk cId="3681628298" sldId="259"/>
            <ac:picMk id="8" creationId="{B8636555-7730-4F5F-BC58-9A2E7106D9AF}"/>
          </ac:picMkLst>
        </pc:picChg>
      </pc:sldChg>
      <pc:sldChg chg="addSp delSp modSp add mod">
        <pc:chgData name="Katarina Milivojevic" userId="2ce6b8504e721ec2" providerId="LiveId" clId="{25497394-255E-4E8D-BAD6-5D0AC0DB587A}" dt="2021-01-21T20:33:23.367" v="466" actId="14100"/>
        <pc:sldMkLst>
          <pc:docMk/>
          <pc:sldMk cId="2721064559" sldId="260"/>
        </pc:sldMkLst>
        <pc:spChg chg="mod">
          <ac:chgData name="Katarina Milivojevic" userId="2ce6b8504e721ec2" providerId="LiveId" clId="{25497394-255E-4E8D-BAD6-5D0AC0DB587A}" dt="2021-01-21T20:29:04.704" v="442" actId="121"/>
          <ac:spMkLst>
            <pc:docMk/>
            <pc:sldMk cId="2721064559" sldId="260"/>
            <ac:spMk id="3" creationId="{CC82581F-EE86-4AC3-80C4-1C200E7164B1}"/>
          </ac:spMkLst>
        </pc:spChg>
        <pc:spChg chg="del mod">
          <ac:chgData name="Katarina Milivojevic" userId="2ce6b8504e721ec2" providerId="LiveId" clId="{25497394-255E-4E8D-BAD6-5D0AC0DB587A}" dt="2021-01-21T20:28:52.328" v="440" actId="478"/>
          <ac:spMkLst>
            <pc:docMk/>
            <pc:sldMk cId="2721064559" sldId="260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1T20:32:23.682" v="465" actId="1076"/>
          <ac:spMkLst>
            <pc:docMk/>
            <pc:sldMk cId="2721064559" sldId="260"/>
            <ac:spMk id="8" creationId="{5C4007D4-03ED-42D7-AF67-24597C399D9F}"/>
          </ac:spMkLst>
        </pc:spChg>
        <pc:picChg chg="del">
          <ac:chgData name="Katarina Milivojevic" userId="2ce6b8504e721ec2" providerId="LiveId" clId="{25497394-255E-4E8D-BAD6-5D0AC0DB587A}" dt="2021-01-21T20:27:27.249" v="433" actId="478"/>
          <ac:picMkLst>
            <pc:docMk/>
            <pc:sldMk cId="2721064559" sldId="260"/>
            <ac:picMk id="6" creationId="{C09E6CC3-995A-4428-A088-764C8E917030}"/>
          </ac:picMkLst>
        </pc:picChg>
        <pc:picChg chg="add mod">
          <ac:chgData name="Katarina Milivojevic" userId="2ce6b8504e721ec2" providerId="LiveId" clId="{25497394-255E-4E8D-BAD6-5D0AC0DB587A}" dt="2021-01-21T20:33:23.367" v="466" actId="14100"/>
          <ac:picMkLst>
            <pc:docMk/>
            <pc:sldMk cId="2721064559" sldId="260"/>
            <ac:picMk id="7" creationId="{85EB07C2-D14A-467B-AB4C-06604D46E758}"/>
          </ac:picMkLst>
        </pc:picChg>
      </pc:sldChg>
      <pc:sldChg chg="addSp delSp modSp add mod setBg">
        <pc:chgData name="Katarina Milivojevic" userId="2ce6b8504e721ec2" providerId="LiveId" clId="{25497394-255E-4E8D-BAD6-5D0AC0DB587A}" dt="2021-01-25T17:34:21.313" v="8015" actId="167"/>
        <pc:sldMkLst>
          <pc:docMk/>
          <pc:sldMk cId="4155099264" sldId="261"/>
        </pc:sldMkLst>
        <pc:spChg chg="mod">
          <ac:chgData name="Katarina Milivojevic" userId="2ce6b8504e721ec2" providerId="LiveId" clId="{25497394-255E-4E8D-BAD6-5D0AC0DB587A}" dt="2021-01-21T21:10:18.269" v="647" actId="255"/>
          <ac:spMkLst>
            <pc:docMk/>
            <pc:sldMk cId="4155099264" sldId="261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1T21:09:40.600" v="629" actId="207"/>
          <ac:spMkLst>
            <pc:docMk/>
            <pc:sldMk cId="4155099264" sldId="261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1T21:27:24.672" v="1226" actId="20577"/>
          <ac:spMkLst>
            <pc:docMk/>
            <pc:sldMk cId="4155099264" sldId="261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1T20:34:24.098" v="503" actId="478"/>
          <ac:spMkLst>
            <pc:docMk/>
            <pc:sldMk cId="4155099264" sldId="261"/>
            <ac:spMk id="9" creationId="{793050AF-2BEB-43D1-B1B2-BB990831DE78}"/>
          </ac:spMkLst>
        </pc:spChg>
        <pc:picChg chg="add mod ord">
          <ac:chgData name="Katarina Milivojevic" userId="2ce6b8504e721ec2" providerId="LiveId" clId="{25497394-255E-4E8D-BAD6-5D0AC0DB587A}" dt="2021-01-25T17:34:21.313" v="8015" actId="167"/>
          <ac:picMkLst>
            <pc:docMk/>
            <pc:sldMk cId="4155099264" sldId="261"/>
            <ac:picMk id="5" creationId="{0E5B16A8-73CD-419C-8A60-2498A8D14725}"/>
          </ac:picMkLst>
        </pc:picChg>
        <pc:picChg chg="del">
          <ac:chgData name="Katarina Milivojevic" userId="2ce6b8504e721ec2" providerId="LiveId" clId="{25497394-255E-4E8D-BAD6-5D0AC0DB587A}" dt="2021-01-21T20:34:20.979" v="502" actId="478"/>
          <ac:picMkLst>
            <pc:docMk/>
            <pc:sldMk cId="4155099264" sldId="261"/>
            <ac:picMk id="7" creationId="{8C3DE43E-BB6D-4ADA-A528-0A9F9FFBE812}"/>
          </ac:picMkLst>
        </pc:picChg>
      </pc:sldChg>
      <pc:sldChg chg="addSp delSp modSp add mod">
        <pc:chgData name="Katarina Milivojevic" userId="2ce6b8504e721ec2" providerId="LiveId" clId="{25497394-255E-4E8D-BAD6-5D0AC0DB587A}" dt="2021-01-26T11:49:52.142" v="8577" actId="1076"/>
        <pc:sldMkLst>
          <pc:docMk/>
          <pc:sldMk cId="866205638" sldId="262"/>
        </pc:sldMkLst>
        <pc:spChg chg="mod">
          <ac:chgData name="Katarina Milivojevic" userId="2ce6b8504e721ec2" providerId="LiveId" clId="{25497394-255E-4E8D-BAD6-5D0AC0DB587A}" dt="2021-01-21T21:15:24.852" v="691" actId="207"/>
          <ac:spMkLst>
            <pc:docMk/>
            <pc:sldMk cId="866205638" sldId="262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6T11:49:37.466" v="8575" actId="20577"/>
          <ac:spMkLst>
            <pc:docMk/>
            <pc:sldMk cId="866205638" sldId="262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6T11:49:44.442" v="8576" actId="1076"/>
          <ac:spMkLst>
            <pc:docMk/>
            <pc:sldMk cId="866205638" sldId="262"/>
            <ac:spMk id="5" creationId="{4A70DAFC-C136-4CEA-B548-7F0037216EBD}"/>
          </ac:spMkLst>
        </pc:spChg>
        <pc:spChg chg="add del">
          <ac:chgData name="Katarina Milivojevic" userId="2ce6b8504e721ec2" providerId="LiveId" clId="{25497394-255E-4E8D-BAD6-5D0AC0DB587A}" dt="2021-01-26T11:17:03.744" v="8568" actId="22"/>
          <ac:spMkLst>
            <pc:docMk/>
            <pc:sldMk cId="866205638" sldId="262"/>
            <ac:spMk id="7" creationId="{370F7983-21A5-4300-A695-D102595A0F75}"/>
          </ac:spMkLst>
        </pc:spChg>
        <pc:graphicFrameChg chg="add mod">
          <ac:chgData name="Katarina Milivojevic" userId="2ce6b8504e721ec2" providerId="LiveId" clId="{25497394-255E-4E8D-BAD6-5D0AC0DB587A}" dt="2021-01-26T11:49:52.142" v="8577" actId="1076"/>
          <ac:graphicFrameMkLst>
            <pc:docMk/>
            <pc:sldMk cId="866205638" sldId="262"/>
            <ac:graphicFrameMk id="8" creationId="{E3D7ADAE-AA89-4710-BD18-1F6D3F9EDFF9}"/>
          </ac:graphicFrameMkLst>
        </pc:graphicFrameChg>
      </pc:sldChg>
      <pc:sldChg chg="addSp modSp add mod setBg">
        <pc:chgData name="Katarina Milivojevic" userId="2ce6b8504e721ec2" providerId="LiveId" clId="{25497394-255E-4E8D-BAD6-5D0AC0DB587A}" dt="2021-01-25T17:40:12.121" v="8055"/>
        <pc:sldMkLst>
          <pc:docMk/>
          <pc:sldMk cId="1145280425" sldId="263"/>
        </pc:sldMkLst>
        <pc:spChg chg="add">
          <ac:chgData name="Katarina Milivojevic" userId="2ce6b8504e721ec2" providerId="LiveId" clId="{25497394-255E-4E8D-BAD6-5D0AC0DB587A}" dt="2021-01-23T21:06:12.699" v="7989" actId="26606"/>
          <ac:spMkLst>
            <pc:docMk/>
            <pc:sldMk cId="1145280425" sldId="263"/>
            <ac:spMk id="25" creationId="{03E8462A-FEBA-4848-81CC-3F8DA3E477BE}"/>
          </ac:spMkLst>
        </pc:spChg>
        <pc:spChg chg="add">
          <ac:chgData name="Katarina Milivojevic" userId="2ce6b8504e721ec2" providerId="LiveId" clId="{25497394-255E-4E8D-BAD6-5D0AC0DB587A}" dt="2021-01-23T21:06:12.699" v="7989" actId="26606"/>
          <ac:spMkLst>
            <pc:docMk/>
            <pc:sldMk cId="1145280425" sldId="263"/>
            <ac:spMk id="38" creationId="{7941F9B1-B01B-4A84-89D9-B169AEB4E456}"/>
          </ac:spMkLst>
        </pc:spChg>
        <pc:grpChg chg="add">
          <ac:chgData name="Katarina Milivojevic" userId="2ce6b8504e721ec2" providerId="LiveId" clId="{25497394-255E-4E8D-BAD6-5D0AC0DB587A}" dt="2021-01-23T21:06:12.699" v="7989" actId="26606"/>
          <ac:grpSpMkLst>
            <pc:docMk/>
            <pc:sldMk cId="1145280425" sldId="263"/>
            <ac:grpSpMk id="13" creationId="{609316A9-990D-4EC3-A671-70EE5C1493A4}"/>
          </ac:grpSpMkLst>
        </pc:grpChg>
        <pc:grpChg chg="add">
          <ac:chgData name="Katarina Milivojevic" userId="2ce6b8504e721ec2" providerId="LiveId" clId="{25497394-255E-4E8D-BAD6-5D0AC0DB587A}" dt="2021-01-23T21:06:12.699" v="7989" actId="26606"/>
          <ac:grpSpMkLst>
            <pc:docMk/>
            <pc:sldMk cId="1145280425" sldId="263"/>
            <ac:grpSpMk id="27" creationId="{2109F83F-40FE-4DB3-84CC-09FB3340D06D}"/>
          </ac:grpSpMkLst>
        </pc:grpChg>
        <pc:picChg chg="mod">
          <ac:chgData name="Katarina Milivojevic" userId="2ce6b8504e721ec2" providerId="LiveId" clId="{25497394-255E-4E8D-BAD6-5D0AC0DB587A}" dt="2021-01-23T21:07:49.481" v="8003" actId="14100"/>
          <ac:picMkLst>
            <pc:docMk/>
            <pc:sldMk cId="1145280425" sldId="263"/>
            <ac:picMk id="8" creationId="{9D0B3D1F-666B-4CE0-83A1-FFAB01EF9101}"/>
          </ac:picMkLst>
        </pc:picChg>
        <pc:picChg chg="add mod">
          <ac:chgData name="Katarina Milivojevic" userId="2ce6b8504e721ec2" providerId="LiveId" clId="{25497394-255E-4E8D-BAD6-5D0AC0DB587A}" dt="2021-01-25T17:40:12.121" v="8055"/>
          <ac:picMkLst>
            <pc:docMk/>
            <pc:sldMk cId="1145280425" sldId="263"/>
            <ac:picMk id="26" creationId="{F363897F-2894-4281-AF1C-A61E8DF14B62}"/>
          </ac:picMkLst>
        </pc:picChg>
      </pc:sldChg>
      <pc:sldChg chg="addSp modSp add del mod">
        <pc:chgData name="Katarina Milivojevic" userId="2ce6b8504e721ec2" providerId="LiveId" clId="{25497394-255E-4E8D-BAD6-5D0AC0DB587A}" dt="2021-01-21T22:06:44.235" v="1378" actId="47"/>
        <pc:sldMkLst>
          <pc:docMk/>
          <pc:sldMk cId="2853347874" sldId="263"/>
        </pc:sldMkLst>
        <pc:spChg chg="mod">
          <ac:chgData name="Katarina Milivojevic" userId="2ce6b8504e721ec2" providerId="LiveId" clId="{25497394-255E-4E8D-BAD6-5D0AC0DB587A}" dt="2021-01-21T22:03:31.614" v="1372" actId="1076"/>
          <ac:spMkLst>
            <pc:docMk/>
            <pc:sldMk cId="2853347874" sldId="263"/>
            <ac:spMk id="4" creationId="{59380A44-C19D-48CD-9B13-0EABE343B072}"/>
          </ac:spMkLst>
        </pc:spChg>
        <pc:picChg chg="add mod">
          <ac:chgData name="Katarina Milivojevic" userId="2ce6b8504e721ec2" providerId="LiveId" clId="{25497394-255E-4E8D-BAD6-5D0AC0DB587A}" dt="2021-01-21T22:02:19.197" v="1330" actId="14100"/>
          <ac:picMkLst>
            <pc:docMk/>
            <pc:sldMk cId="2853347874" sldId="263"/>
            <ac:picMk id="5" creationId="{9DD3C3F4-3894-4866-8578-FD45B9BD5E02}"/>
          </ac:picMkLst>
        </pc:picChg>
        <pc:picChg chg="add mod">
          <ac:chgData name="Katarina Milivojevic" userId="2ce6b8504e721ec2" providerId="LiveId" clId="{25497394-255E-4E8D-BAD6-5D0AC0DB587A}" dt="2021-01-21T22:01:40.451" v="1327" actId="14100"/>
          <ac:picMkLst>
            <pc:docMk/>
            <pc:sldMk cId="2853347874" sldId="263"/>
            <ac:picMk id="6" creationId="{61520FD2-ADAD-45DE-87AA-8002972AD2D0}"/>
          </ac:picMkLst>
        </pc:picChg>
      </pc:sldChg>
      <pc:sldChg chg="delSp modSp add mod">
        <pc:chgData name="Katarina Milivojevic" userId="2ce6b8504e721ec2" providerId="LiveId" clId="{25497394-255E-4E8D-BAD6-5D0AC0DB587A}" dt="2021-01-21T22:10:30.584" v="1425" actId="20577"/>
        <pc:sldMkLst>
          <pc:docMk/>
          <pc:sldMk cId="3228037026" sldId="264"/>
        </pc:sldMkLst>
        <pc:spChg chg="mod">
          <ac:chgData name="Katarina Milivojevic" userId="2ce6b8504e721ec2" providerId="LiveId" clId="{25497394-255E-4E8D-BAD6-5D0AC0DB587A}" dt="2021-01-21T22:10:30.584" v="1425" actId="20577"/>
          <ac:spMkLst>
            <pc:docMk/>
            <pc:sldMk cId="3228037026" sldId="264"/>
            <ac:spMk id="4" creationId="{59380A44-C19D-48CD-9B13-0EABE343B072}"/>
          </ac:spMkLst>
        </pc:spChg>
        <pc:picChg chg="mod">
          <ac:chgData name="Katarina Milivojevic" userId="2ce6b8504e721ec2" providerId="LiveId" clId="{25497394-255E-4E8D-BAD6-5D0AC0DB587A}" dt="2021-01-21T22:10:14.358" v="1411" actId="1076"/>
          <ac:picMkLst>
            <pc:docMk/>
            <pc:sldMk cId="3228037026" sldId="264"/>
            <ac:picMk id="5" creationId="{9DD3C3F4-3894-4866-8578-FD45B9BD5E02}"/>
          </ac:picMkLst>
        </pc:picChg>
        <pc:picChg chg="del">
          <ac:chgData name="Katarina Milivojevic" userId="2ce6b8504e721ec2" providerId="LiveId" clId="{25497394-255E-4E8D-BAD6-5D0AC0DB587A}" dt="2021-01-21T22:06:20.531" v="1374" actId="478"/>
          <ac:picMkLst>
            <pc:docMk/>
            <pc:sldMk cId="3228037026" sldId="264"/>
            <ac:picMk id="6" creationId="{61520FD2-ADAD-45DE-87AA-8002972AD2D0}"/>
          </ac:picMkLst>
        </pc:picChg>
      </pc:sldChg>
      <pc:sldChg chg="addSp delSp modSp add mod">
        <pc:chgData name="Katarina Milivojevic" userId="2ce6b8504e721ec2" providerId="LiveId" clId="{25497394-255E-4E8D-BAD6-5D0AC0DB587A}" dt="2021-01-21T22:25:40.678" v="1721" actId="1076"/>
        <pc:sldMkLst>
          <pc:docMk/>
          <pc:sldMk cId="2749325113" sldId="265"/>
        </pc:sldMkLst>
        <pc:spChg chg="mod">
          <ac:chgData name="Katarina Milivojevic" userId="2ce6b8504e721ec2" providerId="LiveId" clId="{25497394-255E-4E8D-BAD6-5D0AC0DB587A}" dt="2021-01-21T22:07:06.104" v="1381" actId="20577"/>
          <ac:spMkLst>
            <pc:docMk/>
            <pc:sldMk cId="2749325113" sldId="265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1T22:25:40.678" v="1721" actId="1076"/>
          <ac:spMkLst>
            <pc:docMk/>
            <pc:sldMk cId="2749325113" sldId="265"/>
            <ac:spMk id="7" creationId="{FB40897F-3EC8-4621-B155-287DF8B2BF15}"/>
          </ac:spMkLst>
        </pc:spChg>
        <pc:spChg chg="add del mod">
          <ac:chgData name="Katarina Milivojevic" userId="2ce6b8504e721ec2" providerId="LiveId" clId="{25497394-255E-4E8D-BAD6-5D0AC0DB587A}" dt="2021-01-21T22:08:48.313" v="1406" actId="478"/>
          <ac:spMkLst>
            <pc:docMk/>
            <pc:sldMk cId="2749325113" sldId="265"/>
            <ac:spMk id="9" creationId="{D7A595D0-0223-498A-BB1C-D65B7EAAC162}"/>
          </ac:spMkLst>
        </pc:spChg>
        <pc:graphicFrameChg chg="add del mod">
          <ac:chgData name="Katarina Milivojevic" userId="2ce6b8504e721ec2" providerId="LiveId" clId="{25497394-255E-4E8D-BAD6-5D0AC0DB587A}" dt="2021-01-21T22:08:48.313" v="1406" actId="478"/>
          <ac:graphicFrameMkLst>
            <pc:docMk/>
            <pc:sldMk cId="2749325113" sldId="265"/>
            <ac:graphicFrameMk id="8" creationId="{048AAF17-2F06-4A0D-84EB-8FC3C0023B4B}"/>
          </ac:graphicFrameMkLst>
        </pc:graphicFrameChg>
        <pc:graphicFrameChg chg="add mod modGraphic">
          <ac:chgData name="Katarina Milivojevic" userId="2ce6b8504e721ec2" providerId="LiveId" clId="{25497394-255E-4E8D-BAD6-5D0AC0DB587A}" dt="2021-01-21T22:25:28.303" v="1718" actId="14734"/>
          <ac:graphicFrameMkLst>
            <pc:docMk/>
            <pc:sldMk cId="2749325113" sldId="265"/>
            <ac:graphicFrameMk id="10" creationId="{88EFC3CB-5777-40E0-8B1B-1EF82CAFD763}"/>
          </ac:graphicFrameMkLst>
        </pc:graphicFrameChg>
        <pc:picChg chg="del">
          <ac:chgData name="Katarina Milivojevic" userId="2ce6b8504e721ec2" providerId="LiveId" clId="{25497394-255E-4E8D-BAD6-5D0AC0DB587A}" dt="2021-01-21T22:07:03.170" v="1380" actId="478"/>
          <ac:picMkLst>
            <pc:docMk/>
            <pc:sldMk cId="2749325113" sldId="265"/>
            <ac:picMk id="5" creationId="{9DD3C3F4-3894-4866-8578-FD45B9BD5E02}"/>
          </ac:picMkLst>
        </pc:picChg>
        <pc:picChg chg="add mod">
          <ac:chgData name="Katarina Milivojevic" userId="2ce6b8504e721ec2" providerId="LiveId" clId="{25497394-255E-4E8D-BAD6-5D0AC0DB587A}" dt="2021-01-21T22:07:28.527" v="1384" actId="14100"/>
          <ac:picMkLst>
            <pc:docMk/>
            <pc:sldMk cId="2749325113" sldId="265"/>
            <ac:picMk id="6" creationId="{134749D3-4012-4A83-A77E-9F3634143C94}"/>
          </ac:picMkLst>
        </pc:picChg>
      </pc:sldChg>
      <pc:sldChg chg="addSp delSp modSp add mod">
        <pc:chgData name="Katarina Milivojevic" userId="2ce6b8504e721ec2" providerId="LiveId" clId="{25497394-255E-4E8D-BAD6-5D0AC0DB587A}" dt="2021-01-21T22:24:48.026" v="1711" actId="14100"/>
        <pc:sldMkLst>
          <pc:docMk/>
          <pc:sldMk cId="629660181" sldId="266"/>
        </pc:sldMkLst>
        <pc:spChg chg="mod">
          <ac:chgData name="Katarina Milivojevic" userId="2ce6b8504e721ec2" providerId="LiveId" clId="{25497394-255E-4E8D-BAD6-5D0AC0DB587A}" dt="2021-01-21T22:13:30.249" v="1510" actId="20577"/>
          <ac:spMkLst>
            <pc:docMk/>
            <pc:sldMk cId="629660181" sldId="266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1T22:24:48.026" v="1711" actId="14100"/>
          <ac:spMkLst>
            <pc:docMk/>
            <pc:sldMk cId="629660181" sldId="266"/>
            <ac:spMk id="6" creationId="{8B7071B0-4024-4AD7-ACCC-B14E9C917E6D}"/>
          </ac:spMkLst>
        </pc:spChg>
        <pc:spChg chg="del">
          <ac:chgData name="Katarina Milivojevic" userId="2ce6b8504e721ec2" providerId="LiveId" clId="{25497394-255E-4E8D-BAD6-5D0AC0DB587A}" dt="2021-01-21T22:12:05.225" v="1429" actId="478"/>
          <ac:spMkLst>
            <pc:docMk/>
            <pc:sldMk cId="629660181" sldId="266"/>
            <ac:spMk id="7" creationId="{FB40897F-3EC8-4621-B155-287DF8B2BF15}"/>
          </ac:spMkLst>
        </pc:spChg>
        <pc:spChg chg="add mod">
          <ac:chgData name="Katarina Milivojevic" userId="2ce6b8504e721ec2" providerId="LiveId" clId="{25497394-255E-4E8D-BAD6-5D0AC0DB587A}" dt="2021-01-21T22:24:28.538" v="1709" actId="1076"/>
          <ac:spMkLst>
            <pc:docMk/>
            <pc:sldMk cId="629660181" sldId="266"/>
            <ac:spMk id="8" creationId="{5A709EC5-B9BB-4342-9BAC-0E60D5DB2E24}"/>
          </ac:spMkLst>
        </pc:spChg>
        <pc:graphicFrameChg chg="add mod modGraphic">
          <ac:chgData name="Katarina Milivojevic" userId="2ce6b8504e721ec2" providerId="LiveId" clId="{25497394-255E-4E8D-BAD6-5D0AC0DB587A}" dt="2021-01-21T22:24:22.839" v="1708" actId="1076"/>
          <ac:graphicFrameMkLst>
            <pc:docMk/>
            <pc:sldMk cId="629660181" sldId="266"/>
            <ac:graphicFrameMk id="5" creationId="{2C4B6BB1-EC12-4807-AA95-80AF79694160}"/>
          </ac:graphicFrameMkLst>
        </pc:graphicFrameChg>
        <pc:graphicFrameChg chg="del">
          <ac:chgData name="Katarina Milivojevic" userId="2ce6b8504e721ec2" providerId="LiveId" clId="{25497394-255E-4E8D-BAD6-5D0AC0DB587A}" dt="2021-01-21T22:12:02.503" v="1428" actId="478"/>
          <ac:graphicFrameMkLst>
            <pc:docMk/>
            <pc:sldMk cId="629660181" sldId="266"/>
            <ac:graphicFrameMk id="10" creationId="{88EFC3CB-5777-40E0-8B1B-1EF82CAFD763}"/>
          </ac:graphicFrameMkLst>
        </pc:graphicFrameChg>
        <pc:picChg chg="del">
          <ac:chgData name="Katarina Milivojevic" userId="2ce6b8504e721ec2" providerId="LiveId" clId="{25497394-255E-4E8D-BAD6-5D0AC0DB587A}" dt="2021-01-21T22:11:58.322" v="1427" actId="478"/>
          <ac:picMkLst>
            <pc:docMk/>
            <pc:sldMk cId="629660181" sldId="266"/>
            <ac:picMk id="6" creationId="{134749D3-4012-4A83-A77E-9F3634143C94}"/>
          </ac:picMkLst>
        </pc:picChg>
      </pc:sldChg>
      <pc:sldChg chg="addSp delSp modSp add mod">
        <pc:chgData name="Katarina Milivojevic" userId="2ce6b8504e721ec2" providerId="LiveId" clId="{25497394-255E-4E8D-BAD6-5D0AC0DB587A}" dt="2021-01-21T22:23:06.646" v="1703" actId="20577"/>
        <pc:sldMkLst>
          <pc:docMk/>
          <pc:sldMk cId="236217468" sldId="267"/>
        </pc:sldMkLst>
        <pc:spChg chg="mod">
          <ac:chgData name="Katarina Milivojevic" userId="2ce6b8504e721ec2" providerId="LiveId" clId="{25497394-255E-4E8D-BAD6-5D0AC0DB587A}" dt="2021-01-21T22:23:06.646" v="1703" actId="20577"/>
          <ac:spMkLst>
            <pc:docMk/>
            <pc:sldMk cId="236217468" sldId="267"/>
            <ac:spMk id="4" creationId="{59380A44-C19D-48CD-9B13-0EABE343B072}"/>
          </ac:spMkLst>
        </pc:spChg>
        <pc:spChg chg="add del mod">
          <ac:chgData name="Katarina Milivojevic" userId="2ce6b8504e721ec2" providerId="LiveId" clId="{25497394-255E-4E8D-BAD6-5D0AC0DB587A}" dt="2021-01-21T22:22:08.467" v="1669"/>
          <ac:spMkLst>
            <pc:docMk/>
            <pc:sldMk cId="236217468" sldId="267"/>
            <ac:spMk id="7" creationId="{1F5D0714-0C13-4446-BAE8-2507878888A1}"/>
          </ac:spMkLst>
        </pc:spChg>
        <pc:spChg chg="del">
          <ac:chgData name="Katarina Milivojevic" userId="2ce6b8504e721ec2" providerId="LiveId" clId="{25497394-255E-4E8D-BAD6-5D0AC0DB587A}" dt="2021-01-21T22:20:28.174" v="1603" actId="478"/>
          <ac:spMkLst>
            <pc:docMk/>
            <pc:sldMk cId="236217468" sldId="267"/>
            <ac:spMk id="8" creationId="{5A709EC5-B9BB-4342-9BAC-0E60D5DB2E24}"/>
          </ac:spMkLst>
        </pc:spChg>
        <pc:graphicFrameChg chg="del">
          <ac:chgData name="Katarina Milivojevic" userId="2ce6b8504e721ec2" providerId="LiveId" clId="{25497394-255E-4E8D-BAD6-5D0AC0DB587A}" dt="2021-01-21T22:20:25.394" v="1602" actId="478"/>
          <ac:graphicFrameMkLst>
            <pc:docMk/>
            <pc:sldMk cId="236217468" sldId="267"/>
            <ac:graphicFrameMk id="5" creationId="{2C4B6BB1-EC12-4807-AA95-80AF79694160}"/>
          </ac:graphicFrameMkLst>
        </pc:graphicFrameChg>
        <pc:graphicFrameChg chg="add mod modGraphic">
          <ac:chgData name="Katarina Milivojevic" userId="2ce6b8504e721ec2" providerId="LiveId" clId="{25497394-255E-4E8D-BAD6-5D0AC0DB587A}" dt="2021-01-21T22:23:01.197" v="1696" actId="1076"/>
          <ac:graphicFrameMkLst>
            <pc:docMk/>
            <pc:sldMk cId="236217468" sldId="267"/>
            <ac:graphicFrameMk id="6" creationId="{0E53E589-70C4-4808-A9CD-022A853004CB}"/>
          </ac:graphicFrameMkLst>
        </pc:graphicFrameChg>
      </pc:sldChg>
      <pc:sldChg chg="addSp delSp modSp add mod setBg delDesignElem">
        <pc:chgData name="Katarina Milivojevic" userId="2ce6b8504e721ec2" providerId="LiveId" clId="{25497394-255E-4E8D-BAD6-5D0AC0DB587A}" dt="2021-01-25T17:41:14.563" v="8071" actId="1076"/>
        <pc:sldMkLst>
          <pc:docMk/>
          <pc:sldMk cId="3823460467" sldId="268"/>
        </pc:sldMkLst>
        <pc:spChg chg="mod">
          <ac:chgData name="Katarina Milivojevic" userId="2ce6b8504e721ec2" providerId="LiveId" clId="{25497394-255E-4E8D-BAD6-5D0AC0DB587A}" dt="2021-01-22T19:23:02.046" v="1733" actId="20577"/>
          <ac:spMkLst>
            <pc:docMk/>
            <pc:sldMk cId="3823460467" sldId="268"/>
            <ac:spMk id="2" creationId="{BEA9598E-1D35-4752-B05F-30DF65D57386}"/>
          </ac:spMkLst>
        </pc:spChg>
        <pc:spChg chg="mod">
          <ac:chgData name="Katarina Milivojevic" userId="2ce6b8504e721ec2" providerId="LiveId" clId="{25497394-255E-4E8D-BAD6-5D0AC0DB587A}" dt="2021-01-23T20:57:26.945" v="7974" actId="20577"/>
          <ac:spMkLst>
            <pc:docMk/>
            <pc:sldMk cId="3823460467" sldId="268"/>
            <ac:spMk id="3" creationId="{5234C597-4C72-421B-9497-686C0F151F56}"/>
          </ac:spMkLst>
        </pc:spChg>
        <pc:spChg chg="del">
          <ac:chgData name="Katarina Milivojevic" userId="2ce6b8504e721ec2" providerId="LiveId" clId="{25497394-255E-4E8D-BAD6-5D0AC0DB587A}" dt="2021-01-22T19:22:40.897" v="1725"/>
          <ac:spMkLst>
            <pc:docMk/>
            <pc:sldMk cId="3823460467" sldId="268"/>
            <ac:spMk id="36" creationId="{EB6743CF-E74B-4A3C-A785-599069DB89DF}"/>
          </ac:spMkLst>
        </pc:spChg>
        <pc:picChg chg="add mod">
          <ac:chgData name="Katarina Milivojevic" userId="2ce6b8504e721ec2" providerId="LiveId" clId="{25497394-255E-4E8D-BAD6-5D0AC0DB587A}" dt="2021-01-25T17:40:46.289" v="8061" actId="962"/>
          <ac:picMkLst>
            <pc:docMk/>
            <pc:sldMk cId="3823460467" sldId="268"/>
            <ac:picMk id="6" creationId="{FD1C1A41-F813-4E06-954C-98565175E0F3}"/>
          </ac:picMkLst>
        </pc:picChg>
        <pc:picChg chg="add mod">
          <ac:chgData name="Katarina Milivojevic" userId="2ce6b8504e721ec2" providerId="LiveId" clId="{25497394-255E-4E8D-BAD6-5D0AC0DB587A}" dt="2021-01-25T17:40:59.875" v="8066" actId="1076"/>
          <ac:picMkLst>
            <pc:docMk/>
            <pc:sldMk cId="3823460467" sldId="268"/>
            <ac:picMk id="8" creationId="{E26FDF16-16F9-40C9-B001-02C2DBA569E3}"/>
          </ac:picMkLst>
        </pc:picChg>
        <pc:picChg chg="add mod">
          <ac:chgData name="Katarina Milivojevic" userId="2ce6b8504e721ec2" providerId="LiveId" clId="{25497394-255E-4E8D-BAD6-5D0AC0DB587A}" dt="2021-01-25T17:41:14.563" v="8071" actId="1076"/>
          <ac:picMkLst>
            <pc:docMk/>
            <pc:sldMk cId="3823460467" sldId="268"/>
            <ac:picMk id="10" creationId="{9ECD2524-9A27-46F2-A23E-A7B218FDF64D}"/>
          </ac:picMkLst>
        </pc:picChg>
      </pc:sldChg>
      <pc:sldChg chg="addSp delSp modSp add mod setBg">
        <pc:chgData name="Katarina Milivojevic" userId="2ce6b8504e721ec2" providerId="LiveId" clId="{25497394-255E-4E8D-BAD6-5D0AC0DB587A}" dt="2021-01-22T20:39:17.799" v="2254" actId="20577"/>
        <pc:sldMkLst>
          <pc:docMk/>
          <pc:sldMk cId="4162111781" sldId="269"/>
        </pc:sldMkLst>
        <pc:spChg chg="mod">
          <ac:chgData name="Katarina Milivojevic" userId="2ce6b8504e721ec2" providerId="LiveId" clId="{25497394-255E-4E8D-BAD6-5D0AC0DB587A}" dt="2021-01-22T20:25:57.595" v="2130" actId="255"/>
          <ac:spMkLst>
            <pc:docMk/>
            <pc:sldMk cId="4162111781" sldId="269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2T20:39:17.799" v="2254" actId="20577"/>
          <ac:spMkLst>
            <pc:docMk/>
            <pc:sldMk cId="4162111781" sldId="269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2T20:18:05.740" v="2123" actId="1076"/>
          <ac:spMkLst>
            <pc:docMk/>
            <pc:sldMk cId="4162111781" sldId="269"/>
            <ac:spMk id="4" creationId="{59380A44-C19D-48CD-9B13-0EABE343B072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12" creationId="{F5F0CD5C-72F3-4090-8A69-8E15CB432AC2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14" creationId="{217496A2-9394-4FB7-BA0E-717D2D2E7A43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20" creationId="{67374FB5-CBB7-46FF-95B5-2251BC6856ED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22" creationId="{34BCEAB7-D9E0-40A4-9254-8593BD346EAB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24" creationId="{D567A354-BB63-405C-8E5F-2F510E670F16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26" creationId="{9185A8D7-2F20-4F7A-97BE-21DB1654C7F7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28" creationId="{CB65BD56-22B3-4E13-BFCA-B8E8BEB92D6C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30" creationId="{6790ED68-BCA0-4247-A72F-1CB85DF068C3}"/>
          </ac:spMkLst>
        </pc:spChg>
        <pc:spChg chg="add del">
          <ac:chgData name="Katarina Milivojevic" userId="2ce6b8504e721ec2" providerId="LiveId" clId="{25497394-255E-4E8D-BAD6-5D0AC0DB587A}" dt="2021-01-22T20:12:26.899" v="2093" actId="26606"/>
          <ac:spMkLst>
            <pc:docMk/>
            <pc:sldMk cId="4162111781" sldId="269"/>
            <ac:spMk id="32" creationId="{DD0F2B3F-DC55-4FA7-B667-1ACD07920937}"/>
          </ac:spMkLst>
        </pc:spChg>
        <pc:graphicFrameChg chg="del">
          <ac:chgData name="Katarina Milivojevic" userId="2ce6b8504e721ec2" providerId="LiveId" clId="{25497394-255E-4E8D-BAD6-5D0AC0DB587A}" dt="2021-01-22T20:07:48.389" v="2072" actId="478"/>
          <ac:graphicFrameMkLst>
            <pc:docMk/>
            <pc:sldMk cId="4162111781" sldId="269"/>
            <ac:graphicFrameMk id="6" creationId="{0E53E589-70C4-4808-A9CD-022A853004CB}"/>
          </ac:graphicFrameMkLst>
        </pc:graphicFrameChg>
        <pc:picChg chg="add mod ord">
          <ac:chgData name="Katarina Milivojevic" userId="2ce6b8504e721ec2" providerId="LiveId" clId="{25497394-255E-4E8D-BAD6-5D0AC0DB587A}" dt="2021-01-22T20:18:00.584" v="2122" actId="1076"/>
          <ac:picMkLst>
            <pc:docMk/>
            <pc:sldMk cId="4162111781" sldId="269"/>
            <ac:picMk id="7" creationId="{FC539947-9CFB-4B16-B4E9-C8676C82AD83}"/>
          </ac:picMkLst>
        </pc:picChg>
        <pc:cxnChg chg="add del">
          <ac:chgData name="Katarina Milivojevic" userId="2ce6b8504e721ec2" providerId="LiveId" clId="{25497394-255E-4E8D-BAD6-5D0AC0DB587A}" dt="2021-01-22T20:12:26.899" v="2093" actId="26606"/>
          <ac:cxnSpMkLst>
            <pc:docMk/>
            <pc:sldMk cId="4162111781" sldId="269"/>
            <ac:cxnSpMk id="16" creationId="{D02CF681-4765-4E88-802F-B2474DCD516A}"/>
          </ac:cxnSpMkLst>
        </pc:cxnChg>
        <pc:cxnChg chg="add del">
          <ac:chgData name="Katarina Milivojevic" userId="2ce6b8504e721ec2" providerId="LiveId" clId="{25497394-255E-4E8D-BAD6-5D0AC0DB587A}" dt="2021-01-22T20:12:26.899" v="2093" actId="26606"/>
          <ac:cxnSpMkLst>
            <pc:docMk/>
            <pc:sldMk cId="4162111781" sldId="269"/>
            <ac:cxnSpMk id="18" creationId="{3D57B2BA-243C-45C7-A5D8-46CA719437FC}"/>
          </ac:cxnSpMkLst>
        </pc:cxnChg>
      </pc:sldChg>
      <pc:sldChg chg="addSp modSp add mod">
        <pc:chgData name="Katarina Milivojevic" userId="2ce6b8504e721ec2" providerId="LiveId" clId="{25497394-255E-4E8D-BAD6-5D0AC0DB587A}" dt="2021-01-22T22:05:43.772" v="3002" actId="2711"/>
        <pc:sldMkLst>
          <pc:docMk/>
          <pc:sldMk cId="3241739865" sldId="270"/>
        </pc:sldMkLst>
        <pc:spChg chg="mod">
          <ac:chgData name="Katarina Milivojevic" userId="2ce6b8504e721ec2" providerId="LiveId" clId="{25497394-255E-4E8D-BAD6-5D0AC0DB587A}" dt="2021-01-22T20:26:11.417" v="2132" actId="14100"/>
          <ac:spMkLst>
            <pc:docMk/>
            <pc:sldMk cId="3241739865" sldId="270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2T20:39:23.464" v="2257" actId="20577"/>
          <ac:spMkLst>
            <pc:docMk/>
            <pc:sldMk cId="3241739865" sldId="270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2T20:40:39.828" v="2318" actId="20577"/>
          <ac:spMkLst>
            <pc:docMk/>
            <pc:sldMk cId="3241739865" sldId="270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2T22:05:43.772" v="3002" actId="2711"/>
          <ac:spMkLst>
            <pc:docMk/>
            <pc:sldMk cId="3241739865" sldId="270"/>
            <ac:spMk id="6" creationId="{3F52B1C2-08DD-4144-8905-28BBF64511F8}"/>
          </ac:spMkLst>
        </pc:spChg>
        <pc:graphicFrameChg chg="add mod modGraphic">
          <ac:chgData name="Katarina Milivojevic" userId="2ce6b8504e721ec2" providerId="LiveId" clId="{25497394-255E-4E8D-BAD6-5D0AC0DB587A}" dt="2021-01-22T22:05:10.116" v="2993" actId="1076"/>
          <ac:graphicFrameMkLst>
            <pc:docMk/>
            <pc:sldMk cId="3241739865" sldId="270"/>
            <ac:graphicFrameMk id="5" creationId="{EB961257-B460-45CC-AD65-0E48C17D2B13}"/>
          </ac:graphicFrameMkLst>
        </pc:graphicFrameChg>
      </pc:sldChg>
      <pc:sldChg chg="addSp delSp modSp add mod">
        <pc:chgData name="Katarina Milivojevic" userId="2ce6b8504e721ec2" providerId="LiveId" clId="{25497394-255E-4E8D-BAD6-5D0AC0DB587A}" dt="2021-01-25T17:35:52.385" v="8025" actId="1076"/>
        <pc:sldMkLst>
          <pc:docMk/>
          <pc:sldMk cId="2002077191" sldId="271"/>
        </pc:sldMkLst>
        <pc:spChg chg="mod">
          <ac:chgData name="Katarina Milivojevic" userId="2ce6b8504e721ec2" providerId="LiveId" clId="{25497394-255E-4E8D-BAD6-5D0AC0DB587A}" dt="2021-01-22T21:42:42.288" v="2536" actId="20577"/>
          <ac:spMkLst>
            <pc:docMk/>
            <pc:sldMk cId="2002077191" sldId="271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2T22:27:12.311" v="3476" actId="14100"/>
          <ac:spMkLst>
            <pc:docMk/>
            <pc:sldMk cId="2002077191" sldId="271"/>
            <ac:spMk id="9" creationId="{51D638D4-6E5D-4BA0-A008-DD733C169650}"/>
          </ac:spMkLst>
        </pc:spChg>
        <pc:spChg chg="add mod">
          <ac:chgData name="Katarina Milivojevic" userId="2ce6b8504e721ec2" providerId="LiveId" clId="{25497394-255E-4E8D-BAD6-5D0AC0DB587A}" dt="2021-01-22T22:26:38.274" v="3473" actId="1076"/>
          <ac:spMkLst>
            <pc:docMk/>
            <pc:sldMk cId="2002077191" sldId="271"/>
            <ac:spMk id="10" creationId="{E0E185DA-F1B6-439B-A77B-D19706D0BE7A}"/>
          </ac:spMkLst>
        </pc:spChg>
        <pc:graphicFrameChg chg="del">
          <ac:chgData name="Katarina Milivojevic" userId="2ce6b8504e721ec2" providerId="LiveId" clId="{25497394-255E-4E8D-BAD6-5D0AC0DB587A}" dt="2021-01-22T20:46:24.719" v="2338" actId="478"/>
          <ac:graphicFrameMkLst>
            <pc:docMk/>
            <pc:sldMk cId="2002077191" sldId="271"/>
            <ac:graphicFrameMk id="5" creationId="{EB961257-B460-45CC-AD65-0E48C17D2B13}"/>
          </ac:graphicFrameMkLst>
        </pc:graphicFrameChg>
        <pc:graphicFrameChg chg="add del mod modGraphic">
          <ac:chgData name="Katarina Milivojevic" userId="2ce6b8504e721ec2" providerId="LiveId" clId="{25497394-255E-4E8D-BAD6-5D0AC0DB587A}" dt="2021-01-22T22:26:49.994" v="3475" actId="1076"/>
          <ac:graphicFrameMkLst>
            <pc:docMk/>
            <pc:sldMk cId="2002077191" sldId="271"/>
            <ac:graphicFrameMk id="6" creationId="{DAF6FECA-34BE-4EB5-9C92-D3A87286AB6E}"/>
          </ac:graphicFrameMkLst>
        </pc:graphicFrameChg>
        <pc:picChg chg="add mod ord">
          <ac:chgData name="Katarina Milivojevic" userId="2ce6b8504e721ec2" providerId="LiveId" clId="{25497394-255E-4E8D-BAD6-5D0AC0DB587A}" dt="2021-01-25T17:35:52.385" v="8025" actId="1076"/>
          <ac:picMkLst>
            <pc:docMk/>
            <pc:sldMk cId="2002077191" sldId="271"/>
            <ac:picMk id="7" creationId="{DBEAECC7-AB76-4F25-A0F3-9F90FA76EEB7}"/>
          </ac:picMkLst>
        </pc:picChg>
        <pc:picChg chg="add mod modCrop">
          <ac:chgData name="Katarina Milivojevic" userId="2ce6b8504e721ec2" providerId="LiveId" clId="{25497394-255E-4E8D-BAD6-5D0AC0DB587A}" dt="2021-01-22T22:26:42.658" v="3474" actId="1076"/>
          <ac:picMkLst>
            <pc:docMk/>
            <pc:sldMk cId="2002077191" sldId="271"/>
            <ac:picMk id="8" creationId="{C9F82936-B0A9-4807-B45A-2C17D7E79D5B}"/>
          </ac:picMkLst>
        </pc:picChg>
      </pc:sldChg>
      <pc:sldChg chg="addSp delSp modSp add mod ord">
        <pc:chgData name="Katarina Milivojevic" userId="2ce6b8504e721ec2" providerId="LiveId" clId="{25497394-255E-4E8D-BAD6-5D0AC0DB587A}" dt="2021-01-26T13:15:23.230" v="8663" actId="1076"/>
        <pc:sldMkLst>
          <pc:docMk/>
          <pc:sldMk cId="544806232" sldId="272"/>
        </pc:sldMkLst>
        <pc:spChg chg="mod">
          <ac:chgData name="Katarina Milivojevic" userId="2ce6b8504e721ec2" providerId="LiveId" clId="{25497394-255E-4E8D-BAD6-5D0AC0DB587A}" dt="2021-01-26T13:15:20.690" v="8662" actId="14100"/>
          <ac:spMkLst>
            <pc:docMk/>
            <pc:sldMk cId="544806232" sldId="272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6T13:14:40.252" v="8619" actId="208"/>
          <ac:spMkLst>
            <pc:docMk/>
            <pc:sldMk cId="544806232" sldId="272"/>
            <ac:spMk id="5" creationId="{2423F56F-428D-474E-8300-03DF2E65892C}"/>
          </ac:spMkLst>
        </pc:spChg>
        <pc:spChg chg="add mod">
          <ac:chgData name="Katarina Milivojevic" userId="2ce6b8504e721ec2" providerId="LiveId" clId="{25497394-255E-4E8D-BAD6-5D0AC0DB587A}" dt="2021-01-22T22:16:21.967" v="3427" actId="1076"/>
          <ac:spMkLst>
            <pc:docMk/>
            <pc:sldMk cId="544806232" sldId="272"/>
            <ac:spMk id="7" creationId="{1F33C2F9-FF1F-4ECE-A8BB-56D628928FC1}"/>
          </ac:spMkLst>
        </pc:spChg>
        <pc:spChg chg="del">
          <ac:chgData name="Katarina Milivojevic" userId="2ce6b8504e721ec2" providerId="LiveId" clId="{25497394-255E-4E8D-BAD6-5D0AC0DB587A}" dt="2021-01-22T21:58:26.563" v="2648" actId="478"/>
          <ac:spMkLst>
            <pc:docMk/>
            <pc:sldMk cId="544806232" sldId="272"/>
            <ac:spMk id="9" creationId="{51D638D4-6E5D-4BA0-A008-DD733C169650}"/>
          </ac:spMkLst>
        </pc:spChg>
        <pc:spChg chg="add mod">
          <ac:chgData name="Katarina Milivojevic" userId="2ce6b8504e721ec2" providerId="LiveId" clId="{25497394-255E-4E8D-BAD6-5D0AC0DB587A}" dt="2021-01-22T22:20:14.069" v="3437" actId="1076"/>
          <ac:spMkLst>
            <pc:docMk/>
            <pc:sldMk cId="544806232" sldId="272"/>
            <ac:spMk id="9" creationId="{8FDB5E03-92F3-4A57-9B2B-E68687FE752A}"/>
          </ac:spMkLst>
        </pc:spChg>
        <pc:spChg chg="add mod">
          <ac:chgData name="Katarina Milivojevic" userId="2ce6b8504e721ec2" providerId="LiveId" clId="{25497394-255E-4E8D-BAD6-5D0AC0DB587A}" dt="2021-01-22T22:29:03.826" v="3477" actId="1076"/>
          <ac:spMkLst>
            <pc:docMk/>
            <pc:sldMk cId="544806232" sldId="272"/>
            <ac:spMk id="10" creationId="{323930AD-6306-44A8-83E2-3AE72489FD93}"/>
          </ac:spMkLst>
        </pc:spChg>
        <pc:spChg chg="del">
          <ac:chgData name="Katarina Milivojevic" userId="2ce6b8504e721ec2" providerId="LiveId" clId="{25497394-255E-4E8D-BAD6-5D0AC0DB587A}" dt="2021-01-22T21:58:29.994" v="2649" actId="478"/>
          <ac:spMkLst>
            <pc:docMk/>
            <pc:sldMk cId="544806232" sldId="272"/>
            <ac:spMk id="10" creationId="{E0E185DA-F1B6-439B-A77B-D19706D0BE7A}"/>
          </ac:spMkLst>
        </pc:spChg>
        <pc:spChg chg="add mod">
          <ac:chgData name="Katarina Milivojevic" userId="2ce6b8504e721ec2" providerId="LiveId" clId="{25497394-255E-4E8D-BAD6-5D0AC0DB587A}" dt="2021-01-22T22:29:10.406" v="3478" actId="1076"/>
          <ac:spMkLst>
            <pc:docMk/>
            <pc:sldMk cId="544806232" sldId="272"/>
            <ac:spMk id="11" creationId="{EA26B995-3445-4E18-AE66-F544ABAD6BBA}"/>
          </ac:spMkLst>
        </pc:spChg>
        <pc:graphicFrameChg chg="add del mod modGraphic">
          <ac:chgData name="Katarina Milivojevic" userId="2ce6b8504e721ec2" providerId="LiveId" clId="{25497394-255E-4E8D-BAD6-5D0AC0DB587A}" dt="2021-01-22T22:14:28.303" v="3412" actId="478"/>
          <ac:graphicFrameMkLst>
            <pc:docMk/>
            <pc:sldMk cId="544806232" sldId="272"/>
            <ac:graphicFrameMk id="5" creationId="{99280D2E-8AA9-49C8-BE0B-C11C4A4A453F}"/>
          </ac:graphicFrameMkLst>
        </pc:graphicFrameChg>
        <pc:graphicFrameChg chg="del">
          <ac:chgData name="Katarina Milivojevic" userId="2ce6b8504e721ec2" providerId="LiveId" clId="{25497394-255E-4E8D-BAD6-5D0AC0DB587A}" dt="2021-01-22T21:58:21.396" v="2646" actId="478"/>
          <ac:graphicFrameMkLst>
            <pc:docMk/>
            <pc:sldMk cId="544806232" sldId="272"/>
            <ac:graphicFrameMk id="6" creationId="{DAF6FECA-34BE-4EB5-9C92-D3A87286AB6E}"/>
          </ac:graphicFrameMkLst>
        </pc:graphicFrameChg>
        <pc:graphicFrameChg chg="add mod modGraphic">
          <ac:chgData name="Katarina Milivojevic" userId="2ce6b8504e721ec2" providerId="LiveId" clId="{25497394-255E-4E8D-BAD6-5D0AC0DB587A}" dt="2021-01-22T22:22:46.069" v="3472" actId="14734"/>
          <ac:graphicFrameMkLst>
            <pc:docMk/>
            <pc:sldMk cId="544806232" sldId="272"/>
            <ac:graphicFrameMk id="8" creationId="{CA24CBA4-F6E8-4DEE-97D7-8C26A6E01EF2}"/>
          </ac:graphicFrameMkLst>
        </pc:graphicFrameChg>
        <pc:picChg chg="add mod">
          <ac:chgData name="Katarina Milivojevic" userId="2ce6b8504e721ec2" providerId="LiveId" clId="{25497394-255E-4E8D-BAD6-5D0AC0DB587A}" dt="2021-01-26T13:15:23.230" v="8663" actId="1076"/>
          <ac:picMkLst>
            <pc:docMk/>
            <pc:sldMk cId="544806232" sldId="272"/>
            <ac:picMk id="6" creationId="{8DCAC125-6C83-4FD1-8574-25A9E7532BFE}"/>
          </ac:picMkLst>
        </pc:picChg>
        <pc:picChg chg="del">
          <ac:chgData name="Katarina Milivojevic" userId="2ce6b8504e721ec2" providerId="LiveId" clId="{25497394-255E-4E8D-BAD6-5D0AC0DB587A}" dt="2021-01-22T21:58:23.122" v="2647" actId="478"/>
          <ac:picMkLst>
            <pc:docMk/>
            <pc:sldMk cId="544806232" sldId="272"/>
            <ac:picMk id="8" creationId="{C9F82936-B0A9-4807-B45A-2C17D7E79D5B}"/>
          </ac:picMkLst>
        </pc:picChg>
      </pc:sldChg>
      <pc:sldChg chg="modSp add mod">
        <pc:chgData name="Katarina Milivojevic" userId="2ce6b8504e721ec2" providerId="LiveId" clId="{25497394-255E-4E8D-BAD6-5D0AC0DB587A}" dt="2021-01-26T13:04:32.705" v="8588" actId="20577"/>
        <pc:sldMkLst>
          <pc:docMk/>
          <pc:sldMk cId="2434804855" sldId="273"/>
        </pc:sldMkLst>
        <pc:spChg chg="mod">
          <ac:chgData name="Katarina Milivojevic" userId="2ce6b8504e721ec2" providerId="LiveId" clId="{25497394-255E-4E8D-BAD6-5D0AC0DB587A}" dt="2021-01-26T13:04:32.705" v="8588" actId="20577"/>
          <ac:spMkLst>
            <pc:docMk/>
            <pc:sldMk cId="2434804855" sldId="273"/>
            <ac:spMk id="4" creationId="{59380A44-C19D-48CD-9B13-0EABE343B072}"/>
          </ac:spMkLst>
        </pc:spChg>
      </pc:sldChg>
      <pc:sldChg chg="addSp delSp modSp add mod">
        <pc:chgData name="Katarina Milivojevic" userId="2ce6b8504e721ec2" providerId="LiveId" clId="{25497394-255E-4E8D-BAD6-5D0AC0DB587A}" dt="2021-01-25T17:36:44.793" v="8031" actId="167"/>
        <pc:sldMkLst>
          <pc:docMk/>
          <pc:sldMk cId="3050990871" sldId="274"/>
        </pc:sldMkLst>
        <pc:spChg chg="mod">
          <ac:chgData name="Katarina Milivojevic" userId="2ce6b8504e721ec2" providerId="LiveId" clId="{25497394-255E-4E8D-BAD6-5D0AC0DB587A}" dt="2021-01-23T14:27:10.675" v="3900" actId="20577"/>
          <ac:spMkLst>
            <pc:docMk/>
            <pc:sldMk cId="3050990871" sldId="274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3T13:12:59.100" v="3802" actId="20577"/>
          <ac:spMkLst>
            <pc:docMk/>
            <pc:sldMk cId="3050990871" sldId="274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34:29.125" v="4178" actId="403"/>
          <ac:spMkLst>
            <pc:docMk/>
            <pc:sldMk cId="3050990871" sldId="274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3T13:08:31.587" v="3676" actId="478"/>
          <ac:spMkLst>
            <pc:docMk/>
            <pc:sldMk cId="3050990871" sldId="274"/>
            <ac:spMk id="7" creationId="{1F33C2F9-FF1F-4ECE-A8BB-56D628928FC1}"/>
          </ac:spMkLst>
        </pc:spChg>
        <pc:spChg chg="del">
          <ac:chgData name="Katarina Milivojevic" userId="2ce6b8504e721ec2" providerId="LiveId" clId="{25497394-255E-4E8D-BAD6-5D0AC0DB587A}" dt="2021-01-23T13:08:56.925" v="3680" actId="478"/>
          <ac:spMkLst>
            <pc:docMk/>
            <pc:sldMk cId="3050990871" sldId="274"/>
            <ac:spMk id="9" creationId="{8FDB5E03-92F3-4A57-9B2B-E68687FE752A}"/>
          </ac:spMkLst>
        </pc:spChg>
        <pc:spChg chg="del">
          <ac:chgData name="Katarina Milivojevic" userId="2ce6b8504e721ec2" providerId="LiveId" clId="{25497394-255E-4E8D-BAD6-5D0AC0DB587A}" dt="2021-01-23T13:08:59.577" v="3681" actId="478"/>
          <ac:spMkLst>
            <pc:docMk/>
            <pc:sldMk cId="3050990871" sldId="274"/>
            <ac:spMk id="10" creationId="{323930AD-6306-44A8-83E2-3AE72489FD93}"/>
          </ac:spMkLst>
        </pc:spChg>
        <pc:spChg chg="del">
          <ac:chgData name="Katarina Milivojevic" userId="2ce6b8504e721ec2" providerId="LiveId" clId="{25497394-255E-4E8D-BAD6-5D0AC0DB587A}" dt="2021-01-23T13:09:02.191" v="3682" actId="478"/>
          <ac:spMkLst>
            <pc:docMk/>
            <pc:sldMk cId="3050990871" sldId="274"/>
            <ac:spMk id="11" creationId="{EA26B995-3445-4E18-AE66-F544ABAD6BBA}"/>
          </ac:spMkLst>
        </pc:spChg>
        <pc:graphicFrameChg chg="del">
          <ac:chgData name="Katarina Milivojevic" userId="2ce6b8504e721ec2" providerId="LiveId" clId="{25497394-255E-4E8D-BAD6-5D0AC0DB587A}" dt="2021-01-23T13:08:53.245" v="3679" actId="478"/>
          <ac:graphicFrameMkLst>
            <pc:docMk/>
            <pc:sldMk cId="3050990871" sldId="274"/>
            <ac:graphicFrameMk id="8" creationId="{CA24CBA4-F6E8-4DEE-97D7-8C26A6E01EF2}"/>
          </ac:graphicFrameMkLst>
        </pc:graphicFrameChg>
        <pc:picChg chg="add mod ord">
          <ac:chgData name="Katarina Milivojevic" userId="2ce6b8504e721ec2" providerId="LiveId" clId="{25497394-255E-4E8D-BAD6-5D0AC0DB587A}" dt="2021-01-25T17:36:44.793" v="8031" actId="167"/>
          <ac:picMkLst>
            <pc:docMk/>
            <pc:sldMk cId="3050990871" sldId="274"/>
            <ac:picMk id="6" creationId="{38773795-76EA-44A3-98E9-A722A842EDEA}"/>
          </ac:picMkLst>
        </pc:picChg>
        <pc:picChg chg="del">
          <ac:chgData name="Katarina Milivojevic" userId="2ce6b8504e721ec2" providerId="LiveId" clId="{25497394-255E-4E8D-BAD6-5D0AC0DB587A}" dt="2021-01-23T13:08:26.762" v="3675" actId="478"/>
          <ac:picMkLst>
            <pc:docMk/>
            <pc:sldMk cId="3050990871" sldId="274"/>
            <ac:picMk id="6" creationId="{8DCAC125-6C83-4FD1-8574-25A9E7532BFE}"/>
          </ac:picMkLst>
        </pc:picChg>
        <pc:picChg chg="add del mod">
          <ac:chgData name="Katarina Milivojevic" userId="2ce6b8504e721ec2" providerId="LiveId" clId="{25497394-255E-4E8D-BAD6-5D0AC0DB587A}" dt="2021-01-23T14:30:12.133" v="3985" actId="478"/>
          <ac:picMkLst>
            <pc:docMk/>
            <pc:sldMk cId="3050990871" sldId="274"/>
            <ac:picMk id="12" creationId="{7A82B30E-C50F-43D6-8007-E68F974B1376}"/>
          </ac:picMkLst>
        </pc:picChg>
        <pc:picChg chg="add mod ord modCrop">
          <ac:chgData name="Katarina Milivojevic" userId="2ce6b8504e721ec2" providerId="LiveId" clId="{25497394-255E-4E8D-BAD6-5D0AC0DB587A}" dt="2021-01-23T14:31:35.255" v="3994" actId="1076"/>
          <ac:picMkLst>
            <pc:docMk/>
            <pc:sldMk cId="3050990871" sldId="274"/>
            <ac:picMk id="14" creationId="{5C73E15C-309C-428B-B2A9-A38FD156429D}"/>
          </ac:picMkLst>
        </pc:picChg>
      </pc:sldChg>
      <pc:sldChg chg="addSp delSp modSp add mod ord">
        <pc:chgData name="Katarina Milivojevic" userId="2ce6b8504e721ec2" providerId="LiveId" clId="{25497394-255E-4E8D-BAD6-5D0AC0DB587A}" dt="2021-01-25T17:36:33.750" v="8029" actId="21"/>
        <pc:sldMkLst>
          <pc:docMk/>
          <pc:sldMk cId="1296680868" sldId="275"/>
        </pc:sldMkLst>
        <pc:spChg chg="mod">
          <ac:chgData name="Katarina Milivojevic" userId="2ce6b8504e721ec2" providerId="LiveId" clId="{25497394-255E-4E8D-BAD6-5D0AC0DB587A}" dt="2021-01-23T14:27:19.468" v="3931" actId="20577"/>
          <ac:spMkLst>
            <pc:docMk/>
            <pc:sldMk cId="1296680868" sldId="275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3T13:13:03.143" v="3806" actId="20577"/>
          <ac:spMkLst>
            <pc:docMk/>
            <pc:sldMk cId="1296680868" sldId="275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51:28.109" v="4670" actId="20577"/>
          <ac:spMkLst>
            <pc:docMk/>
            <pc:sldMk cId="1296680868" sldId="275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3T13:10:51.385" v="3684" actId="478"/>
          <ac:spMkLst>
            <pc:docMk/>
            <pc:sldMk cId="1296680868" sldId="275"/>
            <ac:spMk id="7" creationId="{1F33C2F9-FF1F-4ECE-A8BB-56D628928FC1}"/>
          </ac:spMkLst>
        </pc:spChg>
        <pc:spChg chg="del">
          <ac:chgData name="Katarina Milivojevic" userId="2ce6b8504e721ec2" providerId="LiveId" clId="{25497394-255E-4E8D-BAD6-5D0AC0DB587A}" dt="2021-01-23T13:10:58.854" v="3687" actId="478"/>
          <ac:spMkLst>
            <pc:docMk/>
            <pc:sldMk cId="1296680868" sldId="275"/>
            <ac:spMk id="9" creationId="{8FDB5E03-92F3-4A57-9B2B-E68687FE752A}"/>
          </ac:spMkLst>
        </pc:spChg>
        <pc:spChg chg="del">
          <ac:chgData name="Katarina Milivojevic" userId="2ce6b8504e721ec2" providerId="LiveId" clId="{25497394-255E-4E8D-BAD6-5D0AC0DB587A}" dt="2021-01-23T13:11:00.225" v="3688" actId="478"/>
          <ac:spMkLst>
            <pc:docMk/>
            <pc:sldMk cId="1296680868" sldId="275"/>
            <ac:spMk id="10" creationId="{323930AD-6306-44A8-83E2-3AE72489FD93}"/>
          </ac:spMkLst>
        </pc:spChg>
        <pc:spChg chg="del">
          <ac:chgData name="Katarina Milivojevic" userId="2ce6b8504e721ec2" providerId="LiveId" clId="{25497394-255E-4E8D-BAD6-5D0AC0DB587A}" dt="2021-01-23T13:11:01.220" v="3689" actId="478"/>
          <ac:spMkLst>
            <pc:docMk/>
            <pc:sldMk cId="1296680868" sldId="275"/>
            <ac:spMk id="11" creationId="{EA26B995-3445-4E18-AE66-F544ABAD6BBA}"/>
          </ac:spMkLst>
        </pc:spChg>
        <pc:graphicFrameChg chg="del">
          <ac:chgData name="Katarina Milivojevic" userId="2ce6b8504e721ec2" providerId="LiveId" clId="{25497394-255E-4E8D-BAD6-5D0AC0DB587A}" dt="2021-01-23T13:10:56.734" v="3686" actId="478"/>
          <ac:graphicFrameMkLst>
            <pc:docMk/>
            <pc:sldMk cId="1296680868" sldId="275"/>
            <ac:graphicFrameMk id="8" creationId="{CA24CBA4-F6E8-4DEE-97D7-8C26A6E01EF2}"/>
          </ac:graphicFrameMkLst>
        </pc:graphicFrameChg>
        <pc:picChg chg="del">
          <ac:chgData name="Katarina Milivojevic" userId="2ce6b8504e721ec2" providerId="LiveId" clId="{25497394-255E-4E8D-BAD6-5D0AC0DB587A}" dt="2021-01-23T13:10:48.542" v="3683" actId="478"/>
          <ac:picMkLst>
            <pc:docMk/>
            <pc:sldMk cId="1296680868" sldId="275"/>
            <ac:picMk id="6" creationId="{8DCAC125-6C83-4FD1-8574-25A9E7532BFE}"/>
          </ac:picMkLst>
        </pc:picChg>
        <pc:picChg chg="add del mod ord">
          <ac:chgData name="Katarina Milivojevic" userId="2ce6b8504e721ec2" providerId="LiveId" clId="{25497394-255E-4E8D-BAD6-5D0AC0DB587A}" dt="2021-01-25T17:36:33.750" v="8029" actId="21"/>
          <ac:picMkLst>
            <pc:docMk/>
            <pc:sldMk cId="1296680868" sldId="275"/>
            <ac:picMk id="6" creationId="{F52E4FD5-7DA6-4D7E-84ED-B86C8CFFC71E}"/>
          </ac:picMkLst>
        </pc:picChg>
        <pc:picChg chg="add mod">
          <ac:chgData name="Katarina Milivojevic" userId="2ce6b8504e721ec2" providerId="LiveId" clId="{25497394-255E-4E8D-BAD6-5D0AC0DB587A}" dt="2021-01-23T14:51:48.403" v="4671"/>
          <ac:picMkLst>
            <pc:docMk/>
            <pc:sldMk cId="1296680868" sldId="275"/>
            <ac:picMk id="12" creationId="{A21CD92B-FA91-4272-B3A0-BD7DF84FA825}"/>
          </ac:picMkLst>
        </pc:picChg>
      </pc:sldChg>
      <pc:sldChg chg="addSp modSp add mod">
        <pc:chgData name="Katarina Milivojevic" userId="2ce6b8504e721ec2" providerId="LiveId" clId="{25497394-255E-4E8D-BAD6-5D0AC0DB587A}" dt="2021-01-23T14:43:34.500" v="4236" actId="207"/>
        <pc:sldMkLst>
          <pc:docMk/>
          <pc:sldMk cId="533623096" sldId="276"/>
        </pc:sldMkLst>
        <pc:spChg chg="mod">
          <ac:chgData name="Katarina Milivojevic" userId="2ce6b8504e721ec2" providerId="LiveId" clId="{25497394-255E-4E8D-BAD6-5D0AC0DB587A}" dt="2021-01-23T14:43:34.500" v="4236" actId="207"/>
          <ac:spMkLst>
            <pc:docMk/>
            <pc:sldMk cId="533623096" sldId="276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38:01.480" v="4208" actId="207"/>
          <ac:spMkLst>
            <pc:docMk/>
            <pc:sldMk cId="533623096" sldId="276"/>
            <ac:spMk id="4" creationId="{59380A44-C19D-48CD-9B13-0EABE343B072}"/>
          </ac:spMkLst>
        </pc:spChg>
        <pc:picChg chg="add mod">
          <ac:chgData name="Katarina Milivojevic" userId="2ce6b8504e721ec2" providerId="LiveId" clId="{25497394-255E-4E8D-BAD6-5D0AC0DB587A}" dt="2021-01-23T14:37:54.812" v="4207" actId="1076"/>
          <ac:picMkLst>
            <pc:docMk/>
            <pc:sldMk cId="533623096" sldId="276"/>
            <ac:picMk id="6" creationId="{3963BEC6-1EA4-4F24-8A9D-1F2BC02FF315}"/>
          </ac:picMkLst>
        </pc:picChg>
        <pc:picChg chg="mod">
          <ac:chgData name="Katarina Milivojevic" userId="2ce6b8504e721ec2" providerId="LiveId" clId="{25497394-255E-4E8D-BAD6-5D0AC0DB587A}" dt="2021-01-23T14:37:35.048" v="4203" actId="1076"/>
          <ac:picMkLst>
            <pc:docMk/>
            <pc:sldMk cId="533623096" sldId="276"/>
            <ac:picMk id="14" creationId="{5C73E15C-309C-428B-B2A9-A38FD156429D}"/>
          </ac:picMkLst>
        </pc:picChg>
      </pc:sldChg>
      <pc:sldChg chg="addSp modSp add mod">
        <pc:chgData name="Katarina Milivojevic" userId="2ce6b8504e721ec2" providerId="LiveId" clId="{25497394-255E-4E8D-BAD6-5D0AC0DB587A}" dt="2021-01-23T14:43:29.849" v="4235" actId="207"/>
        <pc:sldMkLst>
          <pc:docMk/>
          <pc:sldMk cId="3786110269" sldId="277"/>
        </pc:sldMkLst>
        <pc:spChg chg="mod">
          <ac:chgData name="Katarina Milivojevic" userId="2ce6b8504e721ec2" providerId="LiveId" clId="{25497394-255E-4E8D-BAD6-5D0AC0DB587A}" dt="2021-01-23T14:43:29.849" v="4235" actId="207"/>
          <ac:spMkLst>
            <pc:docMk/>
            <pc:sldMk cId="3786110269" sldId="277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38:15.663" v="4212" actId="207"/>
          <ac:spMkLst>
            <pc:docMk/>
            <pc:sldMk cId="3786110269" sldId="277"/>
            <ac:spMk id="4" creationId="{59380A44-C19D-48CD-9B13-0EABE343B072}"/>
          </ac:spMkLst>
        </pc:spChg>
        <pc:picChg chg="add mod">
          <ac:chgData name="Katarina Milivojevic" userId="2ce6b8504e721ec2" providerId="LiveId" clId="{25497394-255E-4E8D-BAD6-5D0AC0DB587A}" dt="2021-01-23T14:39:38.278" v="4216" actId="1076"/>
          <ac:picMkLst>
            <pc:docMk/>
            <pc:sldMk cId="3786110269" sldId="277"/>
            <ac:picMk id="6" creationId="{C7CC8074-E7EA-4B79-BBD2-9932B2349C0F}"/>
          </ac:picMkLst>
        </pc:picChg>
      </pc:sldChg>
      <pc:sldChg chg="addSp modSp add mod">
        <pc:chgData name="Katarina Milivojevic" userId="2ce6b8504e721ec2" providerId="LiveId" clId="{25497394-255E-4E8D-BAD6-5D0AC0DB587A}" dt="2021-01-23T14:43:25.090" v="4234" actId="207"/>
        <pc:sldMkLst>
          <pc:docMk/>
          <pc:sldMk cId="2973693418" sldId="278"/>
        </pc:sldMkLst>
        <pc:spChg chg="mod">
          <ac:chgData name="Katarina Milivojevic" userId="2ce6b8504e721ec2" providerId="LiveId" clId="{25497394-255E-4E8D-BAD6-5D0AC0DB587A}" dt="2021-01-23T14:43:25.090" v="4234" actId="207"/>
          <ac:spMkLst>
            <pc:docMk/>
            <pc:sldMk cId="2973693418" sldId="278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40:00.521" v="4220" actId="207"/>
          <ac:spMkLst>
            <pc:docMk/>
            <pc:sldMk cId="2973693418" sldId="278"/>
            <ac:spMk id="4" creationId="{59380A44-C19D-48CD-9B13-0EABE343B072}"/>
          </ac:spMkLst>
        </pc:spChg>
        <pc:picChg chg="add mod">
          <ac:chgData name="Katarina Milivojevic" userId="2ce6b8504e721ec2" providerId="LiveId" clId="{25497394-255E-4E8D-BAD6-5D0AC0DB587A}" dt="2021-01-23T14:40:45.706" v="4224" actId="1076"/>
          <ac:picMkLst>
            <pc:docMk/>
            <pc:sldMk cId="2973693418" sldId="278"/>
            <ac:picMk id="6" creationId="{F137BEA8-2302-42D7-A6F6-73A93B814D1E}"/>
          </ac:picMkLst>
        </pc:picChg>
      </pc:sldChg>
      <pc:sldChg chg="addSp modSp add mod">
        <pc:chgData name="Katarina Milivojevic" userId="2ce6b8504e721ec2" providerId="LiveId" clId="{25497394-255E-4E8D-BAD6-5D0AC0DB587A}" dt="2021-01-23T14:43:18.423" v="4233" actId="207"/>
        <pc:sldMkLst>
          <pc:docMk/>
          <pc:sldMk cId="1739137004" sldId="279"/>
        </pc:sldMkLst>
        <pc:spChg chg="mod">
          <ac:chgData name="Katarina Milivojevic" userId="2ce6b8504e721ec2" providerId="LiveId" clId="{25497394-255E-4E8D-BAD6-5D0AC0DB587A}" dt="2021-01-23T14:43:18.423" v="4233" actId="207"/>
          <ac:spMkLst>
            <pc:docMk/>
            <pc:sldMk cId="1739137004" sldId="279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40:57.069" v="4227" actId="207"/>
          <ac:spMkLst>
            <pc:docMk/>
            <pc:sldMk cId="1739137004" sldId="279"/>
            <ac:spMk id="4" creationId="{59380A44-C19D-48CD-9B13-0EABE343B072}"/>
          </ac:spMkLst>
        </pc:spChg>
        <pc:picChg chg="add mod">
          <ac:chgData name="Katarina Milivojevic" userId="2ce6b8504e721ec2" providerId="LiveId" clId="{25497394-255E-4E8D-BAD6-5D0AC0DB587A}" dt="2021-01-23T14:42:09.970" v="4232" actId="14100"/>
          <ac:picMkLst>
            <pc:docMk/>
            <pc:sldMk cId="1739137004" sldId="279"/>
            <ac:picMk id="6" creationId="{EAA53549-D28D-4DD2-B92A-8B419C8376A8}"/>
          </ac:picMkLst>
        </pc:picChg>
      </pc:sldChg>
      <pc:sldChg chg="modSp add mod">
        <pc:chgData name="Katarina Milivojevic" userId="2ce6b8504e721ec2" providerId="LiveId" clId="{25497394-255E-4E8D-BAD6-5D0AC0DB587A}" dt="2021-01-23T14:44:21.954" v="4239" actId="207"/>
        <pc:sldMkLst>
          <pc:docMk/>
          <pc:sldMk cId="893677868" sldId="280"/>
        </pc:sldMkLst>
        <pc:spChg chg="mod">
          <ac:chgData name="Katarina Milivojevic" userId="2ce6b8504e721ec2" providerId="LiveId" clId="{25497394-255E-4E8D-BAD6-5D0AC0DB587A}" dt="2021-01-23T14:44:15.358" v="4238" actId="207"/>
          <ac:spMkLst>
            <pc:docMk/>
            <pc:sldMk cId="893677868" sldId="280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14:44:21.954" v="4239" actId="207"/>
          <ac:spMkLst>
            <pc:docMk/>
            <pc:sldMk cId="893677868" sldId="280"/>
            <ac:spMk id="4" creationId="{59380A44-C19D-48CD-9B13-0EABE343B072}"/>
          </ac:spMkLst>
        </pc:spChg>
      </pc:sldChg>
      <pc:sldChg chg="addSp delSp modSp add mod">
        <pc:chgData name="Katarina Milivojevic" userId="2ce6b8504e721ec2" providerId="LiveId" clId="{25497394-255E-4E8D-BAD6-5D0AC0DB587A}" dt="2021-01-23T15:41:55.139" v="4866" actId="20577"/>
        <pc:sldMkLst>
          <pc:docMk/>
          <pc:sldMk cId="1981587130" sldId="281"/>
        </pc:sldMkLst>
        <pc:spChg chg="mod">
          <ac:chgData name="Katarina Milivojevic" userId="2ce6b8504e721ec2" providerId="LiveId" clId="{25497394-255E-4E8D-BAD6-5D0AC0DB587A}" dt="2021-01-23T15:17:04.026" v="4737" actId="20577"/>
          <ac:spMkLst>
            <pc:docMk/>
            <pc:sldMk cId="1981587130" sldId="281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3T15:22:00.013" v="4806" actId="1076"/>
          <ac:spMkLst>
            <pc:docMk/>
            <pc:sldMk cId="1981587130" sldId="281"/>
            <ac:spMk id="6" creationId="{E7F16CD9-063B-4E99-96C7-5C06FB76141F}"/>
          </ac:spMkLst>
        </pc:spChg>
        <pc:spChg chg="add mod">
          <ac:chgData name="Katarina Milivojevic" userId="2ce6b8504e721ec2" providerId="LiveId" clId="{25497394-255E-4E8D-BAD6-5D0AC0DB587A}" dt="2021-01-23T15:41:55.139" v="4866" actId="20577"/>
          <ac:spMkLst>
            <pc:docMk/>
            <pc:sldMk cId="1981587130" sldId="281"/>
            <ac:spMk id="7" creationId="{723D8CD3-812C-4141-B549-09E09582759B}"/>
          </ac:spMkLst>
        </pc:spChg>
        <pc:graphicFrameChg chg="add mod modGraphic">
          <ac:chgData name="Katarina Milivojevic" userId="2ce6b8504e721ec2" providerId="LiveId" clId="{25497394-255E-4E8D-BAD6-5D0AC0DB587A}" dt="2021-01-23T15:24:26.191" v="4831" actId="114"/>
          <ac:graphicFrameMkLst>
            <pc:docMk/>
            <pc:sldMk cId="1981587130" sldId="281"/>
            <ac:graphicFrameMk id="5" creationId="{49B9C017-753C-4D72-9DF4-BDEFF86BF06A}"/>
          </ac:graphicFrameMkLst>
        </pc:graphicFrameChg>
        <pc:picChg chg="del">
          <ac:chgData name="Katarina Milivojevic" userId="2ce6b8504e721ec2" providerId="LiveId" clId="{25497394-255E-4E8D-BAD6-5D0AC0DB587A}" dt="2021-01-23T15:17:23.380" v="4740" actId="478"/>
          <ac:picMkLst>
            <pc:docMk/>
            <pc:sldMk cId="1981587130" sldId="281"/>
            <ac:picMk id="12" creationId="{A21CD92B-FA91-4272-B3A0-BD7DF84FA825}"/>
          </ac:picMkLst>
        </pc:picChg>
      </pc:sldChg>
      <pc:sldChg chg="addSp delSp modSp add mod">
        <pc:chgData name="Katarina Milivojevic" userId="2ce6b8504e721ec2" providerId="LiveId" clId="{25497394-255E-4E8D-BAD6-5D0AC0DB587A}" dt="2021-01-23T16:30:50.488" v="6037" actId="255"/>
        <pc:sldMkLst>
          <pc:docMk/>
          <pc:sldMk cId="3047568818" sldId="282"/>
        </pc:sldMkLst>
        <pc:spChg chg="mod">
          <ac:chgData name="Katarina Milivojevic" userId="2ce6b8504e721ec2" providerId="LiveId" clId="{25497394-255E-4E8D-BAD6-5D0AC0DB587A}" dt="2021-01-23T16:30:50.488" v="6037" actId="255"/>
          <ac:spMkLst>
            <pc:docMk/>
            <pc:sldMk cId="3047568818" sldId="282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3T15:26:43.721" v="4841" actId="478"/>
          <ac:spMkLst>
            <pc:docMk/>
            <pc:sldMk cId="3047568818" sldId="282"/>
            <ac:spMk id="6" creationId="{E7F16CD9-063B-4E99-96C7-5C06FB76141F}"/>
          </ac:spMkLst>
        </pc:spChg>
        <pc:spChg chg="del">
          <ac:chgData name="Katarina Milivojevic" userId="2ce6b8504e721ec2" providerId="LiveId" clId="{25497394-255E-4E8D-BAD6-5D0AC0DB587A}" dt="2021-01-23T15:26:53.310" v="4842" actId="478"/>
          <ac:spMkLst>
            <pc:docMk/>
            <pc:sldMk cId="3047568818" sldId="282"/>
            <ac:spMk id="7" creationId="{723D8CD3-812C-4141-B549-09E09582759B}"/>
          </ac:spMkLst>
        </pc:spChg>
        <pc:spChg chg="add mod">
          <ac:chgData name="Katarina Milivojevic" userId="2ce6b8504e721ec2" providerId="LiveId" clId="{25497394-255E-4E8D-BAD6-5D0AC0DB587A}" dt="2021-01-23T16:12:41.801" v="5611" actId="2711"/>
          <ac:spMkLst>
            <pc:docMk/>
            <pc:sldMk cId="3047568818" sldId="282"/>
            <ac:spMk id="9" creationId="{6D50227F-4A6E-449E-B2D9-20D5BA854727}"/>
          </ac:spMkLst>
        </pc:spChg>
        <pc:spChg chg="add del mod">
          <ac:chgData name="Katarina Milivojevic" userId="2ce6b8504e721ec2" providerId="LiveId" clId="{25497394-255E-4E8D-BAD6-5D0AC0DB587A}" dt="2021-01-23T15:49:27.480" v="4991"/>
          <ac:spMkLst>
            <pc:docMk/>
            <pc:sldMk cId="3047568818" sldId="282"/>
            <ac:spMk id="10" creationId="{DA0F5BE2-3A0A-470F-9FF7-5A7325B9263F}"/>
          </ac:spMkLst>
        </pc:spChg>
        <pc:graphicFrameChg chg="del">
          <ac:chgData name="Katarina Milivojevic" userId="2ce6b8504e721ec2" providerId="LiveId" clId="{25497394-255E-4E8D-BAD6-5D0AC0DB587A}" dt="2021-01-23T15:26:23.800" v="4837" actId="478"/>
          <ac:graphicFrameMkLst>
            <pc:docMk/>
            <pc:sldMk cId="3047568818" sldId="282"/>
            <ac:graphicFrameMk id="5" creationId="{49B9C017-753C-4D72-9DF4-BDEFF86BF06A}"/>
          </ac:graphicFrameMkLst>
        </pc:graphicFrameChg>
        <pc:graphicFrameChg chg="add mod modGraphic">
          <ac:chgData name="Katarina Milivojevic" userId="2ce6b8504e721ec2" providerId="LiveId" clId="{25497394-255E-4E8D-BAD6-5D0AC0DB587A}" dt="2021-01-23T15:48:10.950" v="4967" actId="1076"/>
          <ac:graphicFrameMkLst>
            <pc:docMk/>
            <pc:sldMk cId="3047568818" sldId="282"/>
            <ac:graphicFrameMk id="8" creationId="{06C7EE8C-C481-4309-9E82-4624E19D41DE}"/>
          </ac:graphicFrameMkLst>
        </pc:graphicFrameChg>
      </pc:sldChg>
      <pc:sldChg chg="addSp delSp modSp add mod">
        <pc:chgData name="Katarina Milivojevic" userId="2ce6b8504e721ec2" providerId="LiveId" clId="{25497394-255E-4E8D-BAD6-5D0AC0DB587A}" dt="2021-01-23T16:12:33.634" v="5610" actId="20577"/>
        <pc:sldMkLst>
          <pc:docMk/>
          <pc:sldMk cId="509166586" sldId="283"/>
        </pc:sldMkLst>
        <pc:spChg chg="mod">
          <ac:chgData name="Katarina Milivojevic" userId="2ce6b8504e721ec2" providerId="LiveId" clId="{25497394-255E-4E8D-BAD6-5D0AC0DB587A}" dt="2021-01-23T16:03:37.551" v="5143" actId="20577"/>
          <ac:spMkLst>
            <pc:docMk/>
            <pc:sldMk cId="509166586" sldId="283"/>
            <ac:spMk id="4" creationId="{59380A44-C19D-48CD-9B13-0EABE343B072}"/>
          </ac:spMkLst>
        </pc:spChg>
        <pc:spChg chg="mod">
          <ac:chgData name="Katarina Milivojevic" userId="2ce6b8504e721ec2" providerId="LiveId" clId="{25497394-255E-4E8D-BAD6-5D0AC0DB587A}" dt="2021-01-23T16:12:33.634" v="5610" actId="20577"/>
          <ac:spMkLst>
            <pc:docMk/>
            <pc:sldMk cId="509166586" sldId="283"/>
            <ac:spMk id="9" creationId="{6D50227F-4A6E-449E-B2D9-20D5BA854727}"/>
          </ac:spMkLst>
        </pc:spChg>
        <pc:graphicFrameChg chg="add mod modGraphic">
          <ac:chgData name="Katarina Milivojevic" userId="2ce6b8504e721ec2" providerId="LiveId" clId="{25497394-255E-4E8D-BAD6-5D0AC0DB587A}" dt="2021-01-23T16:02:34.062" v="5094" actId="1076"/>
          <ac:graphicFrameMkLst>
            <pc:docMk/>
            <pc:sldMk cId="509166586" sldId="283"/>
            <ac:graphicFrameMk id="5" creationId="{A9967B01-60AC-4D74-8236-C48470F173E2}"/>
          </ac:graphicFrameMkLst>
        </pc:graphicFrameChg>
        <pc:graphicFrameChg chg="del">
          <ac:chgData name="Katarina Milivojevic" userId="2ce6b8504e721ec2" providerId="LiveId" clId="{25497394-255E-4E8D-BAD6-5D0AC0DB587A}" dt="2021-01-23T15:59:35.098" v="5069" actId="478"/>
          <ac:graphicFrameMkLst>
            <pc:docMk/>
            <pc:sldMk cId="509166586" sldId="283"/>
            <ac:graphicFrameMk id="8" creationId="{06C7EE8C-C481-4309-9E82-4624E19D41DE}"/>
          </ac:graphicFrameMkLst>
        </pc:graphicFrameChg>
      </pc:sldChg>
      <pc:sldChg chg="delSp modSp add mod">
        <pc:chgData name="Katarina Milivojevic" userId="2ce6b8504e721ec2" providerId="LiveId" clId="{25497394-255E-4E8D-BAD6-5D0AC0DB587A}" dt="2021-01-23T16:11:05.243" v="5590" actId="478"/>
        <pc:sldMkLst>
          <pc:docMk/>
          <pc:sldMk cId="2243525232" sldId="284"/>
        </pc:sldMkLst>
        <pc:spChg chg="mod">
          <ac:chgData name="Katarina Milivojevic" userId="2ce6b8504e721ec2" providerId="LiveId" clId="{25497394-255E-4E8D-BAD6-5D0AC0DB587A}" dt="2021-01-23T16:10:28.634" v="5589" actId="20577"/>
          <ac:spMkLst>
            <pc:docMk/>
            <pc:sldMk cId="2243525232" sldId="284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3T16:11:05.243" v="5590" actId="478"/>
          <ac:spMkLst>
            <pc:docMk/>
            <pc:sldMk cId="2243525232" sldId="284"/>
            <ac:spMk id="9" creationId="{6D50227F-4A6E-449E-B2D9-20D5BA854727}"/>
          </ac:spMkLst>
        </pc:spChg>
        <pc:graphicFrameChg chg="del">
          <ac:chgData name="Katarina Milivojevic" userId="2ce6b8504e721ec2" providerId="LiveId" clId="{25497394-255E-4E8D-BAD6-5D0AC0DB587A}" dt="2021-01-23T16:08:40.007" v="5468" actId="478"/>
          <ac:graphicFrameMkLst>
            <pc:docMk/>
            <pc:sldMk cId="2243525232" sldId="284"/>
            <ac:graphicFrameMk id="5" creationId="{A9967B01-60AC-4D74-8236-C48470F173E2}"/>
          </ac:graphicFrameMkLst>
        </pc:graphicFrameChg>
      </pc:sldChg>
      <pc:sldChg chg="addSp delSp modSp add mod ord">
        <pc:chgData name="Katarina Milivojevic" userId="2ce6b8504e721ec2" providerId="LiveId" clId="{25497394-255E-4E8D-BAD6-5D0AC0DB587A}" dt="2021-01-26T13:29:32.059" v="8666" actId="255"/>
        <pc:sldMkLst>
          <pc:docMk/>
          <pc:sldMk cId="4142675859" sldId="285"/>
        </pc:sldMkLst>
        <pc:spChg chg="mod">
          <ac:chgData name="Katarina Milivojevic" userId="2ce6b8504e721ec2" providerId="LiveId" clId="{25497394-255E-4E8D-BAD6-5D0AC0DB587A}" dt="2021-01-26T13:29:32.059" v="8666" actId="255"/>
          <ac:spMkLst>
            <pc:docMk/>
            <pc:sldMk cId="4142675859" sldId="285"/>
            <ac:spMk id="4" creationId="{59380A44-C19D-48CD-9B13-0EABE343B072}"/>
          </ac:spMkLst>
        </pc:spChg>
        <pc:spChg chg="mod">
          <ac:chgData name="Katarina Milivojevic" userId="2ce6b8504e721ec2" providerId="LiveId" clId="{25497394-255E-4E8D-BAD6-5D0AC0DB587A}" dt="2021-01-23T16:14:12.914" v="5622" actId="1076"/>
          <ac:spMkLst>
            <pc:docMk/>
            <pc:sldMk cId="4142675859" sldId="285"/>
            <ac:spMk id="9" creationId="{6D50227F-4A6E-449E-B2D9-20D5BA854727}"/>
          </ac:spMkLst>
        </pc:spChg>
        <pc:graphicFrameChg chg="del">
          <ac:chgData name="Katarina Milivojevic" userId="2ce6b8504e721ec2" providerId="LiveId" clId="{25497394-255E-4E8D-BAD6-5D0AC0DB587A}" dt="2021-01-23T16:11:24.379" v="5595" actId="478"/>
          <ac:graphicFrameMkLst>
            <pc:docMk/>
            <pc:sldMk cId="4142675859" sldId="285"/>
            <ac:graphicFrameMk id="5" creationId="{A9967B01-60AC-4D74-8236-C48470F173E2}"/>
          </ac:graphicFrameMkLst>
        </pc:graphicFrameChg>
        <pc:graphicFrameChg chg="add mod modGraphic">
          <ac:chgData name="Katarina Milivojevic" userId="2ce6b8504e721ec2" providerId="LiveId" clId="{25497394-255E-4E8D-BAD6-5D0AC0DB587A}" dt="2021-01-23T16:14:07.943" v="5621" actId="1076"/>
          <ac:graphicFrameMkLst>
            <pc:docMk/>
            <pc:sldMk cId="4142675859" sldId="285"/>
            <ac:graphicFrameMk id="6" creationId="{14A99786-37FD-4317-986D-269A35339B8A}"/>
          </ac:graphicFrameMkLst>
        </pc:graphicFrameChg>
      </pc:sldChg>
      <pc:sldChg chg="addSp delSp modSp add mod ord">
        <pc:chgData name="Katarina Milivojevic" userId="2ce6b8504e721ec2" providerId="LiveId" clId="{25497394-255E-4E8D-BAD6-5D0AC0DB587A}" dt="2021-01-23T16:33:01.425" v="6074" actId="478"/>
        <pc:sldMkLst>
          <pc:docMk/>
          <pc:sldMk cId="3934786109" sldId="286"/>
        </pc:sldMkLst>
        <pc:spChg chg="mod">
          <ac:chgData name="Katarina Milivojevic" userId="2ce6b8504e721ec2" providerId="LiveId" clId="{25497394-255E-4E8D-BAD6-5D0AC0DB587A}" dt="2021-01-23T16:31:44.343" v="6054" actId="20577"/>
          <ac:spMkLst>
            <pc:docMk/>
            <pc:sldMk cId="3934786109" sldId="286"/>
            <ac:spMk id="4" creationId="{59380A44-C19D-48CD-9B13-0EABE343B072}"/>
          </ac:spMkLst>
        </pc:spChg>
        <pc:graphicFrameChg chg="add del mod modGraphic">
          <ac:chgData name="Katarina Milivojevic" userId="2ce6b8504e721ec2" providerId="LiveId" clId="{25497394-255E-4E8D-BAD6-5D0AC0DB587A}" dt="2021-01-23T16:33:01.425" v="6074" actId="478"/>
          <ac:graphicFrameMkLst>
            <pc:docMk/>
            <pc:sldMk cId="3934786109" sldId="286"/>
            <ac:graphicFrameMk id="5" creationId="{790E0281-B9F6-4A28-B1E3-BD41485CB77D}"/>
          </ac:graphicFrameMkLst>
        </pc:graphicFrameChg>
      </pc:sldChg>
      <pc:sldChg chg="addSp delSp modSp add mod">
        <pc:chgData name="Katarina Milivojevic" userId="2ce6b8504e721ec2" providerId="LiveId" clId="{25497394-255E-4E8D-BAD6-5D0AC0DB587A}" dt="2021-01-23T16:45:20.075" v="6164" actId="478"/>
        <pc:sldMkLst>
          <pc:docMk/>
          <pc:sldMk cId="79952240" sldId="287"/>
        </pc:sldMkLst>
        <pc:spChg chg="mod">
          <ac:chgData name="Katarina Milivojevic" userId="2ce6b8504e721ec2" providerId="LiveId" clId="{25497394-255E-4E8D-BAD6-5D0AC0DB587A}" dt="2021-01-23T16:33:14.129" v="6078" actId="20577"/>
          <ac:spMkLst>
            <pc:docMk/>
            <pc:sldMk cId="79952240" sldId="287"/>
            <ac:spMk id="4" creationId="{59380A44-C19D-48CD-9B13-0EABE343B072}"/>
          </ac:spMkLst>
        </pc:spChg>
        <pc:spChg chg="add mod">
          <ac:chgData name="Katarina Milivojevic" userId="2ce6b8504e721ec2" providerId="LiveId" clId="{25497394-255E-4E8D-BAD6-5D0AC0DB587A}" dt="2021-01-23T16:34:12.402" v="6151" actId="20577"/>
          <ac:spMkLst>
            <pc:docMk/>
            <pc:sldMk cId="79952240" sldId="287"/>
            <ac:spMk id="6" creationId="{9D3862F6-AF99-44D2-AC72-12297CD321D4}"/>
          </ac:spMkLst>
        </pc:spChg>
        <pc:spChg chg="add del mod">
          <ac:chgData name="Katarina Milivojevic" userId="2ce6b8504e721ec2" providerId="LiveId" clId="{25497394-255E-4E8D-BAD6-5D0AC0DB587A}" dt="2021-01-23T16:45:20.075" v="6164" actId="478"/>
          <ac:spMkLst>
            <pc:docMk/>
            <pc:sldMk cId="79952240" sldId="287"/>
            <ac:spMk id="7" creationId="{1F59CFFD-5D8A-4621-999F-70F74D4B7A26}"/>
          </ac:spMkLst>
        </pc:spChg>
        <pc:graphicFrameChg chg="mod modGraphic">
          <ac:chgData name="Katarina Milivojevic" userId="2ce6b8504e721ec2" providerId="LiveId" clId="{25497394-255E-4E8D-BAD6-5D0AC0DB587A}" dt="2021-01-23T16:45:15.575" v="6163" actId="207"/>
          <ac:graphicFrameMkLst>
            <pc:docMk/>
            <pc:sldMk cId="79952240" sldId="287"/>
            <ac:graphicFrameMk id="5" creationId="{790E0281-B9F6-4A28-B1E3-BD41485CB77D}"/>
          </ac:graphicFrameMkLst>
        </pc:graphicFrameChg>
      </pc:sldChg>
      <pc:sldChg chg="add">
        <pc:chgData name="Katarina Milivojevic" userId="2ce6b8504e721ec2" providerId="LiveId" clId="{25497394-255E-4E8D-BAD6-5D0AC0DB587A}" dt="2021-01-23T16:45:05.097" v="6162"/>
        <pc:sldMkLst>
          <pc:docMk/>
          <pc:sldMk cId="1967643546" sldId="288"/>
        </pc:sldMkLst>
      </pc:sldChg>
      <pc:sldChg chg="addSp delSp modSp add mod setBg setClrOvrMap">
        <pc:chgData name="Katarina Milivojevic" userId="2ce6b8504e721ec2" providerId="LiveId" clId="{25497394-255E-4E8D-BAD6-5D0AC0DB587A}" dt="2021-01-23T17:05:39.856" v="6230" actId="26606"/>
        <pc:sldMkLst>
          <pc:docMk/>
          <pc:sldMk cId="2002323608" sldId="289"/>
        </pc:sldMkLst>
        <pc:spChg chg="mod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2" creationId="{FD999EEE-A0C8-43CE-A1B8-72ABC9BFDF1C}"/>
          </ac:spMkLst>
        </pc:spChg>
        <pc:spChg chg="del">
          <ac:chgData name="Katarina Milivojevic" userId="2ce6b8504e721ec2" providerId="LiveId" clId="{25497394-255E-4E8D-BAD6-5D0AC0DB587A}" dt="2021-01-23T17:04:02.323" v="6197" actId="478"/>
          <ac:spMkLst>
            <pc:docMk/>
            <pc:sldMk cId="2002323608" sldId="289"/>
            <ac:spMk id="3" creationId="{CC82581F-EE86-4AC3-80C4-1C200E7164B1}"/>
          </ac:spMkLst>
        </pc:spChg>
        <pc:spChg chg="del mod">
          <ac:chgData name="Katarina Milivojevic" userId="2ce6b8504e721ec2" providerId="LiveId" clId="{25497394-255E-4E8D-BAD6-5D0AC0DB587A}" dt="2021-01-23T17:04:10.804" v="6201"/>
          <ac:spMkLst>
            <pc:docMk/>
            <pc:sldMk cId="2002323608" sldId="289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3T17:04:19.794" v="6204" actId="478"/>
          <ac:spMkLst>
            <pc:docMk/>
            <pc:sldMk cId="2002323608" sldId="289"/>
            <ac:spMk id="6" creationId="{9D3862F6-AF99-44D2-AC72-12297CD321D4}"/>
          </ac:spMkLst>
        </pc:spChg>
        <pc:spChg chg="del">
          <ac:chgData name="Katarina Milivojevic" userId="2ce6b8504e721ec2" providerId="LiveId" clId="{25497394-255E-4E8D-BAD6-5D0AC0DB587A}" dt="2021-01-23T17:04:16.997" v="6203" actId="478"/>
          <ac:spMkLst>
            <pc:docMk/>
            <pc:sldMk cId="2002323608" sldId="289"/>
            <ac:spMk id="7" creationId="{1F59CFFD-5D8A-4621-999F-70F74D4B7A26}"/>
          </ac:spMkLst>
        </pc:spChg>
        <pc:spChg chg="add del mod">
          <ac:chgData name="Katarina Milivojevic" userId="2ce6b8504e721ec2" providerId="LiveId" clId="{25497394-255E-4E8D-BAD6-5D0AC0DB587A}" dt="2021-01-23T17:04:14.585" v="6202" actId="478"/>
          <ac:spMkLst>
            <pc:docMk/>
            <pc:sldMk cId="2002323608" sldId="289"/>
            <ac:spMk id="9" creationId="{17E0B802-BC87-4DD6-891D-D54E48DF7A53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12" creationId="{66D61E08-70C3-48D8-BEA0-787111DC30DA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13" creationId="{52FB45E9-914E-4471-AC87-E475CD51767D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14" creationId="{FC55298F-0AE5-478E-AD2B-03C2614C5833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15" creationId="{C310626D-5743-49D4-8F7D-88C4F8F05774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16" creationId="{C180E4EA-0B63-4779-A895-7E90E71088F3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17" creationId="{3C195FC1-B568-4C72-9902-34CB35DDD7A1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18" creationId="{CEE01D9D-3DE8-4EED-B0D3-8F3C79CC7673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19" creationId="{EF2BDF77-362C-43F0-8CBB-A969EC2AE0C4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20" creationId="{89AF5CE9-607F-43F4-8983-DCD6DA4051FD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21" creationId="{4BE96B01-3929-432D-B8C2-ADBCB74C2EF4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22" creationId="{6EEA2DBD-9E1E-4521-8C01-F32AD18A89E3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23" creationId="{2A6FCDE6-CDE2-4C51-B18E-A95CFB679714}"/>
          </ac:spMkLst>
        </pc:spChg>
        <pc:spChg chg="add del">
          <ac:chgData name="Katarina Milivojevic" userId="2ce6b8504e721ec2" providerId="LiveId" clId="{25497394-255E-4E8D-BAD6-5D0AC0DB587A}" dt="2021-01-23T17:04:59.251" v="6218" actId="26606"/>
          <ac:spMkLst>
            <pc:docMk/>
            <pc:sldMk cId="2002323608" sldId="289"/>
            <ac:spMk id="24" creationId="{15BBD2C1-BA9B-46A9-A27A-33498B169272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25" creationId="{9D2E8756-2465-473A-BA2A-2DB1D6224745}"/>
          </ac:spMkLst>
        </pc:spChg>
        <pc:spChg chg="add del">
          <ac:chgData name="Katarina Milivojevic" userId="2ce6b8504e721ec2" providerId="LiveId" clId="{25497394-255E-4E8D-BAD6-5D0AC0DB587A}" dt="2021-01-23T17:05:02.552" v="6220" actId="26606"/>
          <ac:spMkLst>
            <pc:docMk/>
            <pc:sldMk cId="2002323608" sldId="289"/>
            <ac:spMk id="26" creationId="{5A7802B6-FF37-40CF-A7E2-6F2A0D9A91EF}"/>
          </ac:spMkLst>
        </pc:spChg>
        <pc:spChg chg="add del">
          <ac:chgData name="Katarina Milivojevic" userId="2ce6b8504e721ec2" providerId="LiveId" clId="{25497394-255E-4E8D-BAD6-5D0AC0DB587A}" dt="2021-01-23T17:05:16.108" v="6222" actId="26606"/>
          <ac:spMkLst>
            <pc:docMk/>
            <pc:sldMk cId="2002323608" sldId="289"/>
            <ac:spMk id="29" creationId="{5A7802B6-FF37-40CF-A7E2-6F2A0D9A91EF}"/>
          </ac:spMkLst>
        </pc:spChg>
        <pc:spChg chg="add del">
          <ac:chgData name="Katarina Milivojevic" userId="2ce6b8504e721ec2" providerId="LiveId" clId="{25497394-255E-4E8D-BAD6-5D0AC0DB587A}" dt="2021-01-23T17:05:19.483" v="6224" actId="26606"/>
          <ac:spMkLst>
            <pc:docMk/>
            <pc:sldMk cId="2002323608" sldId="289"/>
            <ac:spMk id="32" creationId="{9179DE42-5613-4B35-A1E6-6CCBAA13C743}"/>
          </ac:spMkLst>
        </pc:spChg>
        <pc:spChg chg="add del">
          <ac:chgData name="Katarina Milivojevic" userId="2ce6b8504e721ec2" providerId="LiveId" clId="{25497394-255E-4E8D-BAD6-5D0AC0DB587A}" dt="2021-01-23T17:05:24.360" v="6226" actId="26606"/>
          <ac:spMkLst>
            <pc:docMk/>
            <pc:sldMk cId="2002323608" sldId="289"/>
            <ac:spMk id="36" creationId="{27577DEC-D9A5-404D-9789-702F4319BEC8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1" creationId="{66D61E08-70C3-48D8-BEA0-787111DC30DA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2" creationId="{FC55298F-0AE5-478E-AD2B-03C2614C5833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3" creationId="{C180E4EA-0B63-4779-A895-7E90E71088F3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4" creationId="{CEE01D9D-3DE8-4EED-B0D3-8F3C79CC7673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5" creationId="{89AF5CE9-607F-43F4-8983-DCD6DA4051FD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6" creationId="{6EEA2DBD-9E1E-4521-8C01-F32AD18A89E3}"/>
          </ac:spMkLst>
        </pc:spChg>
        <pc:spChg chg="add del">
          <ac:chgData name="Katarina Milivojevic" userId="2ce6b8504e721ec2" providerId="LiveId" clId="{25497394-255E-4E8D-BAD6-5D0AC0DB587A}" dt="2021-01-23T17:05:28.324" v="6228" actId="26606"/>
          <ac:spMkLst>
            <pc:docMk/>
            <pc:sldMk cId="2002323608" sldId="289"/>
            <ac:spMk id="57" creationId="{15BBD2C1-BA9B-46A9-A27A-33498B169272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59" creationId="{9179DE42-5613-4B35-A1E6-6CCBAA13C743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2" creationId="{52FB45E9-914E-4471-AC87-E475CD51767D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3" creationId="{C310626D-5743-49D4-8F7D-88C4F8F05774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4" creationId="{3C195FC1-B568-4C72-9902-34CB35DDD7A1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5" creationId="{EF2BDF77-362C-43F0-8CBB-A969EC2AE0C4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6" creationId="{4BE96B01-3929-432D-B8C2-ADBCB74C2EF4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7" creationId="{2A6FCDE6-CDE2-4C51-B18E-A95CFB679714}"/>
          </ac:spMkLst>
        </pc:spChg>
        <pc:spChg chg="add del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68" creationId="{9D2E8756-2465-473A-BA2A-2DB1D6224745}"/>
          </ac:spMkLst>
        </pc:spChg>
        <pc:spChg chg="add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73" creationId="{0ADFFC45-3DC9-4433-926F-043E879D9DFC}"/>
          </ac:spMkLst>
        </pc:spChg>
        <pc:spChg chg="add">
          <ac:chgData name="Katarina Milivojevic" userId="2ce6b8504e721ec2" providerId="LiveId" clId="{25497394-255E-4E8D-BAD6-5D0AC0DB587A}" dt="2021-01-23T17:05:39.856" v="6230" actId="26606"/>
          <ac:spMkLst>
            <pc:docMk/>
            <pc:sldMk cId="2002323608" sldId="289"/>
            <ac:spMk id="84" creationId="{69370F01-B8C9-4CE4-824C-92B2792E6ED0}"/>
          </ac:spMkLst>
        </pc:spChg>
        <pc:grpChg chg="add del">
          <ac:chgData name="Katarina Milivojevic" userId="2ce6b8504e721ec2" providerId="LiveId" clId="{25497394-255E-4E8D-BAD6-5D0AC0DB587A}" dt="2021-01-23T17:05:24.360" v="6226" actId="26606"/>
          <ac:grpSpMkLst>
            <pc:docMk/>
            <pc:sldMk cId="2002323608" sldId="289"/>
            <ac:grpSpMk id="37" creationId="{CEEA9366-CEA8-4F23-B065-4337F0D836FE}"/>
          </ac:grpSpMkLst>
        </pc:grpChg>
        <pc:grpChg chg="add">
          <ac:chgData name="Katarina Milivojevic" userId="2ce6b8504e721ec2" providerId="LiveId" clId="{25497394-255E-4E8D-BAD6-5D0AC0DB587A}" dt="2021-01-23T17:05:39.856" v="6230" actId="26606"/>
          <ac:grpSpMkLst>
            <pc:docMk/>
            <pc:sldMk cId="2002323608" sldId="289"/>
            <ac:grpSpMk id="75" creationId="{B5F26A87-0610-435F-AA13-BD658385C9D9}"/>
          </ac:grpSpMkLst>
        </pc:grpChg>
        <pc:graphicFrameChg chg="del">
          <ac:chgData name="Katarina Milivojevic" userId="2ce6b8504e721ec2" providerId="LiveId" clId="{25497394-255E-4E8D-BAD6-5D0AC0DB587A}" dt="2021-01-23T17:04:10.801" v="6199" actId="478"/>
          <ac:graphicFrameMkLst>
            <pc:docMk/>
            <pc:sldMk cId="2002323608" sldId="289"/>
            <ac:graphicFrameMk id="5" creationId="{790E0281-B9F6-4A28-B1E3-BD41485CB77D}"/>
          </ac:graphicFrameMkLst>
        </pc:graphicFrameChg>
        <pc:picChg chg="add del">
          <ac:chgData name="Katarina Milivojevic" userId="2ce6b8504e721ec2" providerId="LiveId" clId="{25497394-255E-4E8D-BAD6-5D0AC0DB587A}" dt="2021-01-23T17:04:59.251" v="6218" actId="26606"/>
          <ac:picMkLst>
            <pc:docMk/>
            <pc:sldMk cId="2002323608" sldId="289"/>
            <ac:picMk id="11" creationId="{8C3C2969-81B7-493B-B971-9DB2E83AF96B}"/>
          </ac:picMkLst>
        </pc:picChg>
        <pc:picChg chg="add del">
          <ac:chgData name="Katarina Milivojevic" userId="2ce6b8504e721ec2" providerId="LiveId" clId="{25497394-255E-4E8D-BAD6-5D0AC0DB587A}" dt="2021-01-23T17:05:02.552" v="6220" actId="26606"/>
          <ac:picMkLst>
            <pc:docMk/>
            <pc:sldMk cId="2002323608" sldId="289"/>
            <ac:picMk id="27" creationId="{31FB176B-0C49-4D2B-882C-7D85B92ABD04}"/>
          </ac:picMkLst>
        </pc:picChg>
        <pc:picChg chg="add del">
          <ac:chgData name="Katarina Milivojevic" userId="2ce6b8504e721ec2" providerId="LiveId" clId="{25497394-255E-4E8D-BAD6-5D0AC0DB587A}" dt="2021-01-23T17:05:16.108" v="6222" actId="26606"/>
          <ac:picMkLst>
            <pc:docMk/>
            <pc:sldMk cId="2002323608" sldId="289"/>
            <ac:picMk id="30" creationId="{06420CAE-B2E3-41E7-A1F5-11D2BC0EA4F9}"/>
          </ac:picMkLst>
        </pc:picChg>
        <pc:picChg chg="add del">
          <ac:chgData name="Katarina Milivojevic" userId="2ce6b8504e721ec2" providerId="LiveId" clId="{25497394-255E-4E8D-BAD6-5D0AC0DB587A}" dt="2021-01-23T17:05:28.324" v="6228" actId="26606"/>
          <ac:picMkLst>
            <pc:docMk/>
            <pc:sldMk cId="2002323608" sldId="289"/>
            <ac:picMk id="48" creationId="{8C3C2969-81B7-493B-B971-9DB2E83AF96B}"/>
          </ac:picMkLst>
        </pc:picChg>
        <pc:cxnChg chg="add del">
          <ac:chgData name="Katarina Milivojevic" userId="2ce6b8504e721ec2" providerId="LiveId" clId="{25497394-255E-4E8D-BAD6-5D0AC0DB587A}" dt="2021-01-23T17:04:59.251" v="6218" actId="26606"/>
          <ac:cxnSpMkLst>
            <pc:docMk/>
            <pc:sldMk cId="2002323608" sldId="289"/>
            <ac:cxnSpMk id="8" creationId="{A57C1A16-B8AB-4D99-A195-A38F556A6486}"/>
          </ac:cxnSpMkLst>
        </pc:cxnChg>
        <pc:cxnChg chg="add del">
          <ac:chgData name="Katarina Milivojevic" userId="2ce6b8504e721ec2" providerId="LiveId" clId="{25497394-255E-4E8D-BAD6-5D0AC0DB587A}" dt="2021-01-23T17:04:59.251" v="6218" actId="26606"/>
          <ac:cxnSpMkLst>
            <pc:docMk/>
            <pc:sldMk cId="2002323608" sldId="289"/>
            <ac:cxnSpMk id="10" creationId="{F8A9B20B-D1DD-4573-B5EC-558029519236}"/>
          </ac:cxnSpMkLst>
        </pc:cxnChg>
        <pc:cxnChg chg="add del">
          <ac:chgData name="Katarina Milivojevic" userId="2ce6b8504e721ec2" providerId="LiveId" clId="{25497394-255E-4E8D-BAD6-5D0AC0DB587A}" dt="2021-01-23T17:05:19.483" v="6224" actId="26606"/>
          <ac:cxnSpMkLst>
            <pc:docMk/>
            <pc:sldMk cId="2002323608" sldId="289"/>
            <ac:cxnSpMk id="33" creationId="{EB898B32-3891-4C3A-8F58-C5969D2E9033}"/>
          </ac:cxnSpMkLst>
        </pc:cxnChg>
        <pc:cxnChg chg="add del">
          <ac:chgData name="Katarina Milivojevic" userId="2ce6b8504e721ec2" providerId="LiveId" clId="{25497394-255E-4E8D-BAD6-5D0AC0DB587A}" dt="2021-01-23T17:05:19.483" v="6224" actId="26606"/>
          <ac:cxnSpMkLst>
            <pc:docMk/>
            <pc:sldMk cId="2002323608" sldId="289"/>
            <ac:cxnSpMk id="34" creationId="{4AE4806D-B8F9-4679-A68A-9BD21C01A301}"/>
          </ac:cxnSpMkLst>
        </pc:cxnChg>
        <pc:cxnChg chg="add del">
          <ac:chgData name="Katarina Milivojevic" userId="2ce6b8504e721ec2" providerId="LiveId" clId="{25497394-255E-4E8D-BAD6-5D0AC0DB587A}" dt="2021-01-23T17:05:28.324" v="6228" actId="26606"/>
          <ac:cxnSpMkLst>
            <pc:docMk/>
            <pc:sldMk cId="2002323608" sldId="289"/>
            <ac:cxnSpMk id="49" creationId="{A57C1A16-B8AB-4D99-A195-A38F556A6486}"/>
          </ac:cxnSpMkLst>
        </pc:cxnChg>
        <pc:cxnChg chg="add del">
          <ac:chgData name="Katarina Milivojevic" userId="2ce6b8504e721ec2" providerId="LiveId" clId="{25497394-255E-4E8D-BAD6-5D0AC0DB587A}" dt="2021-01-23T17:05:28.324" v="6228" actId="26606"/>
          <ac:cxnSpMkLst>
            <pc:docMk/>
            <pc:sldMk cId="2002323608" sldId="289"/>
            <ac:cxnSpMk id="50" creationId="{F8A9B20B-D1DD-4573-B5EC-558029519236}"/>
          </ac:cxnSpMkLst>
        </pc:cxnChg>
        <pc:cxnChg chg="add del">
          <ac:chgData name="Katarina Milivojevic" userId="2ce6b8504e721ec2" providerId="LiveId" clId="{25497394-255E-4E8D-BAD6-5D0AC0DB587A}" dt="2021-01-23T17:05:39.856" v="6230" actId="26606"/>
          <ac:cxnSpMkLst>
            <pc:docMk/>
            <pc:sldMk cId="2002323608" sldId="289"/>
            <ac:cxnSpMk id="60" creationId="{EB898B32-3891-4C3A-8F58-C5969D2E9033}"/>
          </ac:cxnSpMkLst>
        </pc:cxnChg>
        <pc:cxnChg chg="add del">
          <ac:chgData name="Katarina Milivojevic" userId="2ce6b8504e721ec2" providerId="LiveId" clId="{25497394-255E-4E8D-BAD6-5D0AC0DB587A}" dt="2021-01-23T17:05:39.856" v="6230" actId="26606"/>
          <ac:cxnSpMkLst>
            <pc:docMk/>
            <pc:sldMk cId="2002323608" sldId="289"/>
            <ac:cxnSpMk id="61" creationId="{4AE4806D-B8F9-4679-A68A-9BD21C01A301}"/>
          </ac:cxnSpMkLst>
        </pc:cxnChg>
      </pc:sldChg>
      <pc:sldChg chg="addSp delSp modSp add mod">
        <pc:chgData name="Katarina Milivojevic" userId="2ce6b8504e721ec2" providerId="LiveId" clId="{25497394-255E-4E8D-BAD6-5D0AC0DB587A}" dt="2021-01-25T17:37:54.013" v="8038" actId="29295"/>
        <pc:sldMkLst>
          <pc:docMk/>
          <pc:sldMk cId="4234219883" sldId="290"/>
        </pc:sldMkLst>
        <pc:spChg chg="mod">
          <ac:chgData name="Katarina Milivojevic" userId="2ce6b8504e721ec2" providerId="LiveId" clId="{25497394-255E-4E8D-BAD6-5D0AC0DB587A}" dt="2021-01-23T20:57:16.889" v="7969" actId="20577"/>
          <ac:spMkLst>
            <pc:docMk/>
            <pc:sldMk cId="4234219883" sldId="290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3T19:15:13.497" v="6582" actId="20577"/>
          <ac:spMkLst>
            <pc:docMk/>
            <pc:sldMk cId="4234219883" sldId="290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21:03:10.348" v="7981" actId="20577"/>
          <ac:spMkLst>
            <pc:docMk/>
            <pc:sldMk cId="4234219883" sldId="290"/>
            <ac:spMk id="4" creationId="{59380A44-C19D-48CD-9B13-0EABE343B072}"/>
          </ac:spMkLst>
        </pc:spChg>
        <pc:spChg chg="del">
          <ac:chgData name="Katarina Milivojevic" userId="2ce6b8504e721ec2" providerId="LiveId" clId="{25497394-255E-4E8D-BAD6-5D0AC0DB587A}" dt="2021-01-23T18:59:52.714" v="6259" actId="478"/>
          <ac:spMkLst>
            <pc:docMk/>
            <pc:sldMk cId="4234219883" sldId="290"/>
            <ac:spMk id="6" creationId="{9D3862F6-AF99-44D2-AC72-12297CD321D4}"/>
          </ac:spMkLst>
        </pc:spChg>
        <pc:spChg chg="del">
          <ac:chgData name="Katarina Milivojevic" userId="2ce6b8504e721ec2" providerId="LiveId" clId="{25497394-255E-4E8D-BAD6-5D0AC0DB587A}" dt="2021-01-23T18:59:50.088" v="6258" actId="478"/>
          <ac:spMkLst>
            <pc:docMk/>
            <pc:sldMk cId="4234219883" sldId="290"/>
            <ac:spMk id="7" creationId="{1F59CFFD-5D8A-4621-999F-70F74D4B7A26}"/>
          </ac:spMkLst>
        </pc:spChg>
        <pc:graphicFrameChg chg="del">
          <ac:chgData name="Katarina Milivojevic" userId="2ce6b8504e721ec2" providerId="LiveId" clId="{25497394-255E-4E8D-BAD6-5D0AC0DB587A}" dt="2021-01-23T18:59:48.079" v="6257" actId="478"/>
          <ac:graphicFrameMkLst>
            <pc:docMk/>
            <pc:sldMk cId="4234219883" sldId="290"/>
            <ac:graphicFrameMk id="5" creationId="{790E0281-B9F6-4A28-B1E3-BD41485CB77D}"/>
          </ac:graphicFrameMkLst>
        </pc:graphicFrameChg>
        <pc:picChg chg="add mod">
          <ac:chgData name="Katarina Milivojevic" userId="2ce6b8504e721ec2" providerId="LiveId" clId="{25497394-255E-4E8D-BAD6-5D0AC0DB587A}" dt="2021-01-25T17:37:54.013" v="8038" actId="29295"/>
          <ac:picMkLst>
            <pc:docMk/>
            <pc:sldMk cId="4234219883" sldId="290"/>
            <ac:picMk id="6" creationId="{E34BEA0C-AE15-487E-A7D5-456334FDEDBC}"/>
          </ac:picMkLst>
        </pc:picChg>
        <pc:picChg chg="add mod">
          <ac:chgData name="Katarina Milivojevic" userId="2ce6b8504e721ec2" providerId="LiveId" clId="{25497394-255E-4E8D-BAD6-5D0AC0DB587A}" dt="2021-01-23T19:08:53.242" v="6322" actId="1076"/>
          <ac:picMkLst>
            <pc:docMk/>
            <pc:sldMk cId="4234219883" sldId="290"/>
            <ac:picMk id="9" creationId="{D480FA68-BCED-4A7B-B52F-DA10DDD3739C}"/>
          </ac:picMkLst>
        </pc:picChg>
      </pc:sldChg>
      <pc:sldChg chg="delSp modSp add del mod">
        <pc:chgData name="Katarina Milivojevic" userId="2ce6b8504e721ec2" providerId="LiveId" clId="{25497394-255E-4E8D-BAD6-5D0AC0DB587A}" dt="2021-01-23T21:03:14.292" v="7982" actId="47"/>
        <pc:sldMkLst>
          <pc:docMk/>
          <pc:sldMk cId="290230941" sldId="291"/>
        </pc:sldMkLst>
        <pc:spChg chg="mod">
          <ac:chgData name="Katarina Milivojevic" userId="2ce6b8504e721ec2" providerId="LiveId" clId="{25497394-255E-4E8D-BAD6-5D0AC0DB587A}" dt="2021-01-23T20:57:11.829" v="7964" actId="20577"/>
          <ac:spMkLst>
            <pc:docMk/>
            <pc:sldMk cId="290230941" sldId="291"/>
            <ac:spMk id="2" creationId="{FD999EEE-A0C8-43CE-A1B8-72ABC9BFDF1C}"/>
          </ac:spMkLst>
        </pc:spChg>
        <pc:spChg chg="mod">
          <ac:chgData name="Katarina Milivojevic" userId="2ce6b8504e721ec2" providerId="LiveId" clId="{25497394-255E-4E8D-BAD6-5D0AC0DB587A}" dt="2021-01-23T19:15:50.666" v="6638" actId="207"/>
          <ac:spMkLst>
            <pc:docMk/>
            <pc:sldMk cId="290230941" sldId="291"/>
            <ac:spMk id="3" creationId="{CC82581F-EE86-4AC3-80C4-1C200E7164B1}"/>
          </ac:spMkLst>
        </pc:spChg>
        <pc:spChg chg="mod">
          <ac:chgData name="Katarina Milivojevic" userId="2ce6b8504e721ec2" providerId="LiveId" clId="{25497394-255E-4E8D-BAD6-5D0AC0DB587A}" dt="2021-01-23T21:03:03.522" v="7979" actId="21"/>
          <ac:spMkLst>
            <pc:docMk/>
            <pc:sldMk cId="290230941" sldId="291"/>
            <ac:spMk id="4" creationId="{59380A44-C19D-48CD-9B13-0EABE343B072}"/>
          </ac:spMkLst>
        </pc:spChg>
        <pc:picChg chg="del">
          <ac:chgData name="Katarina Milivojevic" userId="2ce6b8504e721ec2" providerId="LiveId" clId="{25497394-255E-4E8D-BAD6-5D0AC0DB587A}" dt="2021-01-23T19:15:55.134" v="6639" actId="478"/>
          <ac:picMkLst>
            <pc:docMk/>
            <pc:sldMk cId="290230941" sldId="291"/>
            <ac:picMk id="9" creationId="{D480FA68-BCED-4A7B-B52F-DA10DDD3739C}"/>
          </ac:picMkLst>
        </pc:picChg>
      </pc:sldChg>
      <pc:sldChg chg="add del">
        <pc:chgData name="Katarina Milivojevic" userId="2ce6b8504e721ec2" providerId="LiveId" clId="{25497394-255E-4E8D-BAD6-5D0AC0DB587A}" dt="2021-01-23T19:15:18.597" v="6583" actId="47"/>
        <pc:sldMkLst>
          <pc:docMk/>
          <pc:sldMk cId="1247330561" sldId="291"/>
        </pc:sldMkLst>
      </pc:sldChg>
      <pc:sldChg chg="addSp delSp modSp add mod setBg">
        <pc:chgData name="Katarina Milivojevic" userId="2ce6b8504e721ec2" providerId="LiveId" clId="{25497394-255E-4E8D-BAD6-5D0AC0DB587A}" dt="2021-01-25T17:39:51.091" v="8047" actId="14100"/>
        <pc:sldMkLst>
          <pc:docMk/>
          <pc:sldMk cId="95992585" sldId="292"/>
        </pc:sldMkLst>
        <pc:spChg chg="add del">
          <ac:chgData name="Katarina Milivojevic" userId="2ce6b8504e721ec2" providerId="LiveId" clId="{25497394-255E-4E8D-BAD6-5D0AC0DB587A}" dt="2021-01-25T17:39:16.236" v="8042" actId="26606"/>
          <ac:spMkLst>
            <pc:docMk/>
            <pc:sldMk cId="95992585" sldId="292"/>
            <ac:spMk id="19" creationId="{03E8462A-FEBA-4848-81CC-3F8DA3E477BE}"/>
          </ac:spMkLst>
        </pc:spChg>
        <pc:spChg chg="add del">
          <ac:chgData name="Katarina Milivojevic" userId="2ce6b8504e721ec2" providerId="LiveId" clId="{25497394-255E-4E8D-BAD6-5D0AC0DB587A}" dt="2021-01-25T17:39:16.236" v="8042" actId="26606"/>
          <ac:spMkLst>
            <pc:docMk/>
            <pc:sldMk cId="95992585" sldId="292"/>
            <ac:spMk id="32" creationId="{7941F9B1-B01B-4A84-89D9-B169AEB4E456}"/>
          </ac:spMkLst>
        </pc:spChg>
        <pc:spChg chg="add del">
          <ac:chgData name="Katarina Milivojevic" userId="2ce6b8504e721ec2" providerId="LiveId" clId="{25497394-255E-4E8D-BAD6-5D0AC0DB587A}" dt="2021-01-25T17:39:16.236" v="8042" actId="26606"/>
          <ac:spMkLst>
            <pc:docMk/>
            <pc:sldMk cId="95992585" sldId="292"/>
            <ac:spMk id="49" creationId="{7459C506-5F4B-4B75-9218-C7C3F87FA8D3}"/>
          </ac:spMkLst>
        </pc:spChg>
        <pc:spChg chg="add del">
          <ac:chgData name="Katarina Milivojevic" userId="2ce6b8504e721ec2" providerId="LiveId" clId="{25497394-255E-4E8D-BAD6-5D0AC0DB587A}" dt="2021-01-25T17:39:16.236" v="8042" actId="26606"/>
          <ac:spMkLst>
            <pc:docMk/>
            <pc:sldMk cId="95992585" sldId="292"/>
            <ac:spMk id="62" creationId="{4E74DA95-CD7A-4D5E-9D27-67A759CE708D}"/>
          </ac:spMkLst>
        </pc:spChg>
        <pc:grpChg chg="add del">
          <ac:chgData name="Katarina Milivojevic" userId="2ce6b8504e721ec2" providerId="LiveId" clId="{25497394-255E-4E8D-BAD6-5D0AC0DB587A}" dt="2021-01-25T17:39:16.236" v="8042" actId="26606"/>
          <ac:grpSpMkLst>
            <pc:docMk/>
            <pc:sldMk cId="95992585" sldId="292"/>
            <ac:grpSpMk id="7" creationId="{609316A9-990D-4EC3-A671-70EE5C1493A4}"/>
          </ac:grpSpMkLst>
        </pc:grpChg>
        <pc:grpChg chg="add del">
          <ac:chgData name="Katarina Milivojevic" userId="2ce6b8504e721ec2" providerId="LiveId" clId="{25497394-255E-4E8D-BAD6-5D0AC0DB587A}" dt="2021-01-25T17:39:16.236" v="8042" actId="26606"/>
          <ac:grpSpMkLst>
            <pc:docMk/>
            <pc:sldMk cId="95992585" sldId="292"/>
            <ac:grpSpMk id="21" creationId="{2109F83F-40FE-4DB3-84CC-09FB3340D06D}"/>
          </ac:grpSpMkLst>
        </pc:grpChg>
        <pc:grpChg chg="add del">
          <ac:chgData name="Katarina Milivojevic" userId="2ce6b8504e721ec2" providerId="LiveId" clId="{25497394-255E-4E8D-BAD6-5D0AC0DB587A}" dt="2021-01-25T17:39:16.236" v="8042" actId="26606"/>
          <ac:grpSpMkLst>
            <pc:docMk/>
            <pc:sldMk cId="95992585" sldId="292"/>
            <ac:grpSpMk id="37" creationId="{7664F850-BA8B-47AE-B11A-225CAB8969F1}"/>
          </ac:grpSpMkLst>
        </pc:grpChg>
        <pc:grpChg chg="add del">
          <ac:chgData name="Katarina Milivojevic" userId="2ce6b8504e721ec2" providerId="LiveId" clId="{25497394-255E-4E8D-BAD6-5D0AC0DB587A}" dt="2021-01-25T17:39:16.236" v="8042" actId="26606"/>
          <ac:grpSpMkLst>
            <pc:docMk/>
            <pc:sldMk cId="95992585" sldId="292"/>
            <ac:grpSpMk id="51" creationId="{BC659EEB-C3AE-4544-8263-417009DCDF41}"/>
          </ac:grpSpMkLst>
        </pc:grpChg>
        <pc:picChg chg="mod">
          <ac:chgData name="Katarina Milivojevic" userId="2ce6b8504e721ec2" providerId="LiveId" clId="{25497394-255E-4E8D-BAD6-5D0AC0DB587A}" dt="2021-01-25T17:39:16.236" v="8042" actId="26606"/>
          <ac:picMkLst>
            <pc:docMk/>
            <pc:sldMk cId="95992585" sldId="292"/>
            <ac:picMk id="2" creationId="{03E66288-CEE5-4D35-A80E-3922DD140B59}"/>
          </ac:picMkLst>
        </pc:picChg>
        <pc:picChg chg="add mod">
          <ac:chgData name="Katarina Milivojevic" userId="2ce6b8504e721ec2" providerId="LiveId" clId="{25497394-255E-4E8D-BAD6-5D0AC0DB587A}" dt="2021-01-25T17:39:51.091" v="8047" actId="14100"/>
          <ac:picMkLst>
            <pc:docMk/>
            <pc:sldMk cId="95992585" sldId="292"/>
            <ac:picMk id="31" creationId="{91619A8F-EA52-45CB-BE7C-30C5F275EAD8}"/>
          </ac:picMkLst>
        </pc:picChg>
        <pc:cxnChg chg="add del">
          <ac:chgData name="Katarina Milivojevic" userId="2ce6b8504e721ec2" providerId="LiveId" clId="{25497394-255E-4E8D-BAD6-5D0AC0DB587A}" dt="2021-01-25T17:39:16.236" v="8042" actId="26606"/>
          <ac:cxnSpMkLst>
            <pc:docMk/>
            <pc:sldMk cId="95992585" sldId="292"/>
            <ac:cxnSpMk id="64" creationId="{14AA3B5C-0C55-4FFF-9C45-8F9F7C074A4E}"/>
          </ac:cxnSpMkLst>
        </pc:cxnChg>
      </pc:sldChg>
      <pc:sldChg chg="addSp delSp modSp add mod setBg">
        <pc:chgData name="Katarina Milivojevic" userId="2ce6b8504e721ec2" providerId="LiveId" clId="{25497394-255E-4E8D-BAD6-5D0AC0DB587A}" dt="2021-01-25T17:39:55.404" v="8049"/>
        <pc:sldMkLst>
          <pc:docMk/>
          <pc:sldMk cId="182001168" sldId="293"/>
        </pc:sldMkLst>
        <pc:spChg chg="add">
          <ac:chgData name="Katarina Milivojevic" userId="2ce6b8504e721ec2" providerId="LiveId" clId="{25497394-255E-4E8D-BAD6-5D0AC0DB587A}" dt="2021-01-23T21:05:56.525" v="7984" actId="26606"/>
          <ac:spMkLst>
            <pc:docMk/>
            <pc:sldMk cId="182001168" sldId="293"/>
            <ac:spMk id="20" creationId="{03E8462A-FEBA-4848-81CC-3F8DA3E477BE}"/>
          </ac:spMkLst>
        </pc:spChg>
        <pc:spChg chg="add">
          <ac:chgData name="Katarina Milivojevic" userId="2ce6b8504e721ec2" providerId="LiveId" clId="{25497394-255E-4E8D-BAD6-5D0AC0DB587A}" dt="2021-01-23T21:05:56.525" v="7984" actId="26606"/>
          <ac:spMkLst>
            <pc:docMk/>
            <pc:sldMk cId="182001168" sldId="293"/>
            <ac:spMk id="33" creationId="{7941F9B1-B01B-4A84-89D9-B169AEB4E456}"/>
          </ac:spMkLst>
        </pc:spChg>
        <pc:grpChg chg="add">
          <ac:chgData name="Katarina Milivojevic" userId="2ce6b8504e721ec2" providerId="LiveId" clId="{25497394-255E-4E8D-BAD6-5D0AC0DB587A}" dt="2021-01-23T21:05:56.525" v="7984" actId="26606"/>
          <ac:grpSpMkLst>
            <pc:docMk/>
            <pc:sldMk cId="182001168" sldId="293"/>
            <ac:grpSpMk id="8" creationId="{609316A9-990D-4EC3-A671-70EE5C1493A4}"/>
          </ac:grpSpMkLst>
        </pc:grpChg>
        <pc:grpChg chg="add">
          <ac:chgData name="Katarina Milivojevic" userId="2ce6b8504e721ec2" providerId="LiveId" clId="{25497394-255E-4E8D-BAD6-5D0AC0DB587A}" dt="2021-01-23T21:05:56.525" v="7984" actId="26606"/>
          <ac:grpSpMkLst>
            <pc:docMk/>
            <pc:sldMk cId="182001168" sldId="293"/>
            <ac:grpSpMk id="22" creationId="{2109F83F-40FE-4DB3-84CC-09FB3340D06D}"/>
          </ac:grpSpMkLst>
        </pc:grpChg>
        <pc:picChg chg="mod">
          <ac:chgData name="Katarina Milivojevic" userId="2ce6b8504e721ec2" providerId="LiveId" clId="{25497394-255E-4E8D-BAD6-5D0AC0DB587A}" dt="2021-01-23T21:06:56.179" v="7993" actId="14100"/>
          <ac:picMkLst>
            <pc:docMk/>
            <pc:sldMk cId="182001168" sldId="293"/>
            <ac:picMk id="3" creationId="{5C29AD88-EDE2-4E26-90EF-AC0DF86F9BB9}"/>
          </ac:picMkLst>
        </pc:picChg>
        <pc:picChg chg="add del mod">
          <ac:chgData name="Katarina Milivojevic" userId="2ce6b8504e721ec2" providerId="LiveId" clId="{25497394-255E-4E8D-BAD6-5D0AC0DB587A}" dt="2021-01-25T17:39:54.891" v="8048" actId="478"/>
          <ac:picMkLst>
            <pc:docMk/>
            <pc:sldMk cId="182001168" sldId="293"/>
            <ac:picMk id="32" creationId="{E07BC59D-1888-4F89-9769-5821073AF917}"/>
          </ac:picMkLst>
        </pc:picChg>
        <pc:picChg chg="add mod">
          <ac:chgData name="Katarina Milivojevic" userId="2ce6b8504e721ec2" providerId="LiveId" clId="{25497394-255E-4E8D-BAD6-5D0AC0DB587A}" dt="2021-01-25T17:39:55.404" v="8049"/>
          <ac:picMkLst>
            <pc:docMk/>
            <pc:sldMk cId="182001168" sldId="293"/>
            <ac:picMk id="34" creationId="{3EF7F710-555D-4BC2-81CA-7CCE4B085A93}"/>
          </ac:picMkLst>
        </pc:picChg>
      </pc:sldChg>
      <pc:sldChg chg="addSp delSp modSp add mod setBg">
        <pc:chgData name="Katarina Milivojevic" userId="2ce6b8504e721ec2" providerId="LiveId" clId="{25497394-255E-4E8D-BAD6-5D0AC0DB587A}" dt="2021-01-25T17:40:01.050" v="8051"/>
        <pc:sldMkLst>
          <pc:docMk/>
          <pc:sldMk cId="2013204840" sldId="294"/>
        </pc:sldMkLst>
        <pc:spChg chg="add">
          <ac:chgData name="Katarina Milivojevic" userId="2ce6b8504e721ec2" providerId="LiveId" clId="{25497394-255E-4E8D-BAD6-5D0AC0DB587A}" dt="2021-01-23T21:05:59.436" v="7985" actId="26606"/>
          <ac:spMkLst>
            <pc:docMk/>
            <pc:sldMk cId="2013204840" sldId="294"/>
            <ac:spMk id="21" creationId="{03E8462A-FEBA-4848-81CC-3F8DA3E477BE}"/>
          </ac:spMkLst>
        </pc:spChg>
        <pc:spChg chg="add">
          <ac:chgData name="Katarina Milivojevic" userId="2ce6b8504e721ec2" providerId="LiveId" clId="{25497394-255E-4E8D-BAD6-5D0AC0DB587A}" dt="2021-01-23T21:05:59.436" v="7985" actId="26606"/>
          <ac:spMkLst>
            <pc:docMk/>
            <pc:sldMk cId="2013204840" sldId="294"/>
            <ac:spMk id="34" creationId="{7941F9B1-B01B-4A84-89D9-B169AEB4E456}"/>
          </ac:spMkLst>
        </pc:spChg>
        <pc:grpChg chg="add">
          <ac:chgData name="Katarina Milivojevic" userId="2ce6b8504e721ec2" providerId="LiveId" clId="{25497394-255E-4E8D-BAD6-5D0AC0DB587A}" dt="2021-01-23T21:05:59.436" v="7985" actId="26606"/>
          <ac:grpSpMkLst>
            <pc:docMk/>
            <pc:sldMk cId="2013204840" sldId="294"/>
            <ac:grpSpMk id="9" creationId="{609316A9-990D-4EC3-A671-70EE5C1493A4}"/>
          </ac:grpSpMkLst>
        </pc:grpChg>
        <pc:grpChg chg="add">
          <ac:chgData name="Katarina Milivojevic" userId="2ce6b8504e721ec2" providerId="LiveId" clId="{25497394-255E-4E8D-BAD6-5D0AC0DB587A}" dt="2021-01-23T21:05:59.436" v="7985" actId="26606"/>
          <ac:grpSpMkLst>
            <pc:docMk/>
            <pc:sldMk cId="2013204840" sldId="294"/>
            <ac:grpSpMk id="23" creationId="{2109F83F-40FE-4DB3-84CC-09FB3340D06D}"/>
          </ac:grpSpMkLst>
        </pc:grpChg>
        <pc:picChg chg="mod">
          <ac:chgData name="Katarina Milivojevic" userId="2ce6b8504e721ec2" providerId="LiveId" clId="{25497394-255E-4E8D-BAD6-5D0AC0DB587A}" dt="2021-01-23T21:07:06.065" v="7995" actId="14100"/>
          <ac:picMkLst>
            <pc:docMk/>
            <pc:sldMk cId="2013204840" sldId="294"/>
            <ac:picMk id="4" creationId="{E8A4626C-8811-4461-BF33-2B0A096BBB71}"/>
          </ac:picMkLst>
        </pc:picChg>
        <pc:picChg chg="add del mod">
          <ac:chgData name="Katarina Milivojevic" userId="2ce6b8504e721ec2" providerId="LiveId" clId="{25497394-255E-4E8D-BAD6-5D0AC0DB587A}" dt="2021-01-25T17:40:00.754" v="8050" actId="478"/>
          <ac:picMkLst>
            <pc:docMk/>
            <pc:sldMk cId="2013204840" sldId="294"/>
            <ac:picMk id="33" creationId="{516D17EF-DFC2-4AE7-B8EB-08F90DDC0A41}"/>
          </ac:picMkLst>
        </pc:picChg>
        <pc:picChg chg="add mod">
          <ac:chgData name="Katarina Milivojevic" userId="2ce6b8504e721ec2" providerId="LiveId" clId="{25497394-255E-4E8D-BAD6-5D0AC0DB587A}" dt="2021-01-25T17:40:01.050" v="8051"/>
          <ac:picMkLst>
            <pc:docMk/>
            <pc:sldMk cId="2013204840" sldId="294"/>
            <ac:picMk id="35" creationId="{7B3651EF-90AD-40F3-81FF-16B590B7DBE4}"/>
          </ac:picMkLst>
        </pc:picChg>
      </pc:sldChg>
      <pc:sldChg chg="addSp modSp add mod setBg">
        <pc:chgData name="Katarina Milivojevic" userId="2ce6b8504e721ec2" providerId="LiveId" clId="{25497394-255E-4E8D-BAD6-5D0AC0DB587A}" dt="2021-01-25T17:40:03.753" v="8052"/>
        <pc:sldMkLst>
          <pc:docMk/>
          <pc:sldMk cId="2413611107" sldId="295"/>
        </pc:sldMkLst>
        <pc:spChg chg="add">
          <ac:chgData name="Katarina Milivojevic" userId="2ce6b8504e721ec2" providerId="LiveId" clId="{25497394-255E-4E8D-BAD6-5D0AC0DB587A}" dt="2021-01-23T21:06:02.770" v="7986" actId="26606"/>
          <ac:spMkLst>
            <pc:docMk/>
            <pc:sldMk cId="2413611107" sldId="295"/>
            <ac:spMk id="22" creationId="{03E8462A-FEBA-4848-81CC-3F8DA3E477BE}"/>
          </ac:spMkLst>
        </pc:spChg>
        <pc:spChg chg="add">
          <ac:chgData name="Katarina Milivojevic" userId="2ce6b8504e721ec2" providerId="LiveId" clId="{25497394-255E-4E8D-BAD6-5D0AC0DB587A}" dt="2021-01-23T21:06:02.770" v="7986" actId="26606"/>
          <ac:spMkLst>
            <pc:docMk/>
            <pc:sldMk cId="2413611107" sldId="295"/>
            <ac:spMk id="35" creationId="{7941F9B1-B01B-4A84-89D9-B169AEB4E456}"/>
          </ac:spMkLst>
        </pc:spChg>
        <pc:grpChg chg="add">
          <ac:chgData name="Katarina Milivojevic" userId="2ce6b8504e721ec2" providerId="LiveId" clId="{25497394-255E-4E8D-BAD6-5D0AC0DB587A}" dt="2021-01-23T21:06:02.770" v="7986" actId="26606"/>
          <ac:grpSpMkLst>
            <pc:docMk/>
            <pc:sldMk cId="2413611107" sldId="295"/>
            <ac:grpSpMk id="10" creationId="{609316A9-990D-4EC3-A671-70EE5C1493A4}"/>
          </ac:grpSpMkLst>
        </pc:grpChg>
        <pc:grpChg chg="add">
          <ac:chgData name="Katarina Milivojevic" userId="2ce6b8504e721ec2" providerId="LiveId" clId="{25497394-255E-4E8D-BAD6-5D0AC0DB587A}" dt="2021-01-23T21:06:02.770" v="7986" actId="26606"/>
          <ac:grpSpMkLst>
            <pc:docMk/>
            <pc:sldMk cId="2413611107" sldId="295"/>
            <ac:grpSpMk id="24" creationId="{2109F83F-40FE-4DB3-84CC-09FB3340D06D}"/>
          </ac:grpSpMkLst>
        </pc:grpChg>
        <pc:picChg chg="mod">
          <ac:chgData name="Katarina Milivojevic" userId="2ce6b8504e721ec2" providerId="LiveId" clId="{25497394-255E-4E8D-BAD6-5D0AC0DB587A}" dt="2021-01-23T21:07:18.816" v="7997" actId="14100"/>
          <ac:picMkLst>
            <pc:docMk/>
            <pc:sldMk cId="2413611107" sldId="295"/>
            <ac:picMk id="5" creationId="{2F11B807-73A6-43DD-A02E-0BF80AF0331E}"/>
          </ac:picMkLst>
        </pc:picChg>
        <pc:picChg chg="add mod">
          <ac:chgData name="Katarina Milivojevic" userId="2ce6b8504e721ec2" providerId="LiveId" clId="{25497394-255E-4E8D-BAD6-5D0AC0DB587A}" dt="2021-01-25T17:40:03.753" v="8052"/>
          <ac:picMkLst>
            <pc:docMk/>
            <pc:sldMk cId="2413611107" sldId="295"/>
            <ac:picMk id="34" creationId="{A76F4A16-A4A8-4068-B9B5-2162465E8E4A}"/>
          </ac:picMkLst>
        </pc:picChg>
      </pc:sldChg>
      <pc:sldChg chg="addSp modSp add mod setBg">
        <pc:chgData name="Katarina Milivojevic" userId="2ce6b8504e721ec2" providerId="LiveId" clId="{25497394-255E-4E8D-BAD6-5D0AC0DB587A}" dt="2021-01-25T17:40:06.361" v="8053"/>
        <pc:sldMkLst>
          <pc:docMk/>
          <pc:sldMk cId="1227052823" sldId="296"/>
        </pc:sldMkLst>
        <pc:spChg chg="add">
          <ac:chgData name="Katarina Milivojevic" userId="2ce6b8504e721ec2" providerId="LiveId" clId="{25497394-255E-4E8D-BAD6-5D0AC0DB587A}" dt="2021-01-23T21:06:05.724" v="7987" actId="26606"/>
          <ac:spMkLst>
            <pc:docMk/>
            <pc:sldMk cId="1227052823" sldId="296"/>
            <ac:spMk id="23" creationId="{03E8462A-FEBA-4848-81CC-3F8DA3E477BE}"/>
          </ac:spMkLst>
        </pc:spChg>
        <pc:spChg chg="add">
          <ac:chgData name="Katarina Milivojevic" userId="2ce6b8504e721ec2" providerId="LiveId" clId="{25497394-255E-4E8D-BAD6-5D0AC0DB587A}" dt="2021-01-23T21:06:05.724" v="7987" actId="26606"/>
          <ac:spMkLst>
            <pc:docMk/>
            <pc:sldMk cId="1227052823" sldId="296"/>
            <ac:spMk id="36" creationId="{7941F9B1-B01B-4A84-89D9-B169AEB4E456}"/>
          </ac:spMkLst>
        </pc:spChg>
        <pc:grpChg chg="add">
          <ac:chgData name="Katarina Milivojevic" userId="2ce6b8504e721ec2" providerId="LiveId" clId="{25497394-255E-4E8D-BAD6-5D0AC0DB587A}" dt="2021-01-23T21:06:05.724" v="7987" actId="26606"/>
          <ac:grpSpMkLst>
            <pc:docMk/>
            <pc:sldMk cId="1227052823" sldId="296"/>
            <ac:grpSpMk id="11" creationId="{609316A9-990D-4EC3-A671-70EE5C1493A4}"/>
          </ac:grpSpMkLst>
        </pc:grpChg>
        <pc:grpChg chg="add">
          <ac:chgData name="Katarina Milivojevic" userId="2ce6b8504e721ec2" providerId="LiveId" clId="{25497394-255E-4E8D-BAD6-5D0AC0DB587A}" dt="2021-01-23T21:06:05.724" v="7987" actId="26606"/>
          <ac:grpSpMkLst>
            <pc:docMk/>
            <pc:sldMk cId="1227052823" sldId="296"/>
            <ac:grpSpMk id="25" creationId="{2109F83F-40FE-4DB3-84CC-09FB3340D06D}"/>
          </ac:grpSpMkLst>
        </pc:grpChg>
        <pc:picChg chg="mod">
          <ac:chgData name="Katarina Milivojevic" userId="2ce6b8504e721ec2" providerId="LiveId" clId="{25497394-255E-4E8D-BAD6-5D0AC0DB587A}" dt="2021-01-23T21:07:30.800" v="7999" actId="14100"/>
          <ac:picMkLst>
            <pc:docMk/>
            <pc:sldMk cId="1227052823" sldId="296"/>
            <ac:picMk id="6" creationId="{CB0858CF-A78E-4891-BA2B-B328AB96EAB0}"/>
          </ac:picMkLst>
        </pc:picChg>
        <pc:picChg chg="add mod">
          <ac:chgData name="Katarina Milivojevic" userId="2ce6b8504e721ec2" providerId="LiveId" clId="{25497394-255E-4E8D-BAD6-5D0AC0DB587A}" dt="2021-01-25T17:40:06.361" v="8053"/>
          <ac:picMkLst>
            <pc:docMk/>
            <pc:sldMk cId="1227052823" sldId="296"/>
            <ac:picMk id="35" creationId="{24B8F502-F595-4815-9D08-85DA7B3E9074}"/>
          </ac:picMkLst>
        </pc:picChg>
      </pc:sldChg>
      <pc:sldChg chg="addSp modSp add mod setBg">
        <pc:chgData name="Katarina Milivojevic" userId="2ce6b8504e721ec2" providerId="LiveId" clId="{25497394-255E-4E8D-BAD6-5D0AC0DB587A}" dt="2021-01-25T17:40:08.783" v="8054"/>
        <pc:sldMkLst>
          <pc:docMk/>
          <pc:sldMk cId="3981992578" sldId="297"/>
        </pc:sldMkLst>
        <pc:spChg chg="add">
          <ac:chgData name="Katarina Milivojevic" userId="2ce6b8504e721ec2" providerId="LiveId" clId="{25497394-255E-4E8D-BAD6-5D0AC0DB587A}" dt="2021-01-23T21:06:09.216" v="7988" actId="26606"/>
          <ac:spMkLst>
            <pc:docMk/>
            <pc:sldMk cId="3981992578" sldId="297"/>
            <ac:spMk id="24" creationId="{03E8462A-FEBA-4848-81CC-3F8DA3E477BE}"/>
          </ac:spMkLst>
        </pc:spChg>
        <pc:spChg chg="add">
          <ac:chgData name="Katarina Milivojevic" userId="2ce6b8504e721ec2" providerId="LiveId" clId="{25497394-255E-4E8D-BAD6-5D0AC0DB587A}" dt="2021-01-23T21:06:09.216" v="7988" actId="26606"/>
          <ac:spMkLst>
            <pc:docMk/>
            <pc:sldMk cId="3981992578" sldId="297"/>
            <ac:spMk id="37" creationId="{7941F9B1-B01B-4A84-89D9-B169AEB4E456}"/>
          </ac:spMkLst>
        </pc:spChg>
        <pc:grpChg chg="add">
          <ac:chgData name="Katarina Milivojevic" userId="2ce6b8504e721ec2" providerId="LiveId" clId="{25497394-255E-4E8D-BAD6-5D0AC0DB587A}" dt="2021-01-23T21:06:09.216" v="7988" actId="26606"/>
          <ac:grpSpMkLst>
            <pc:docMk/>
            <pc:sldMk cId="3981992578" sldId="297"/>
            <ac:grpSpMk id="12" creationId="{609316A9-990D-4EC3-A671-70EE5C1493A4}"/>
          </ac:grpSpMkLst>
        </pc:grpChg>
        <pc:grpChg chg="add">
          <ac:chgData name="Katarina Milivojevic" userId="2ce6b8504e721ec2" providerId="LiveId" clId="{25497394-255E-4E8D-BAD6-5D0AC0DB587A}" dt="2021-01-23T21:06:09.216" v="7988" actId="26606"/>
          <ac:grpSpMkLst>
            <pc:docMk/>
            <pc:sldMk cId="3981992578" sldId="297"/>
            <ac:grpSpMk id="26" creationId="{2109F83F-40FE-4DB3-84CC-09FB3340D06D}"/>
          </ac:grpSpMkLst>
        </pc:grpChg>
        <pc:picChg chg="mod">
          <ac:chgData name="Katarina Milivojevic" userId="2ce6b8504e721ec2" providerId="LiveId" clId="{25497394-255E-4E8D-BAD6-5D0AC0DB587A}" dt="2021-01-23T21:07:39.704" v="8001" actId="14100"/>
          <ac:picMkLst>
            <pc:docMk/>
            <pc:sldMk cId="3981992578" sldId="297"/>
            <ac:picMk id="7" creationId="{DF3A3C01-0D41-4946-AC58-A8B7AD0E3E1F}"/>
          </ac:picMkLst>
        </pc:picChg>
        <pc:picChg chg="add mod">
          <ac:chgData name="Katarina Milivojevic" userId="2ce6b8504e721ec2" providerId="LiveId" clId="{25497394-255E-4E8D-BAD6-5D0AC0DB587A}" dt="2021-01-25T17:40:08.783" v="8054"/>
          <ac:picMkLst>
            <pc:docMk/>
            <pc:sldMk cId="3981992578" sldId="297"/>
            <ac:picMk id="36" creationId="{0E3198F8-7843-4202-867A-0401F4E2E3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8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1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3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2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6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2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32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8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28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37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11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22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26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0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56B2A-42E2-4CA7-AD26-07C224D6E0D1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41F5FA8-9104-4AA3-AD86-51578DEF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8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dc.europa.eu/en/publications-data/covid-19-test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folk.uio.no/borgan/abg-2008/data/third_births.tx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www.kaggle.com/ukveteran/uk-bank-customer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598E-1D35-4752-B05F-30DF65D5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056" y="2047380"/>
            <a:ext cx="6424440" cy="1320800"/>
          </a:xfrm>
        </p:spPr>
        <p:txBody>
          <a:bodyPr>
            <a:normAutofit/>
          </a:bodyPr>
          <a:lstStyle/>
          <a:p>
            <a:r>
              <a:rPr lang="en-US" dirty="0"/>
              <a:t>Katarina </a:t>
            </a:r>
            <a:r>
              <a:rPr lang="en-US" dirty="0" err="1"/>
              <a:t>Milivojević</a:t>
            </a:r>
            <a:endParaRPr lang="en-US" dirty="0"/>
          </a:p>
        </p:txBody>
      </p:sp>
      <p:pic>
        <p:nvPicPr>
          <p:cNvPr id="5" name="Picture 4" descr="A picture containing person, smiling, posing&#10;&#10;Description automatically generated">
            <a:extLst>
              <a:ext uri="{FF2B5EF4-FFF2-40B4-BE49-F238E27FC236}">
                <a16:creationId xmlns:a16="http://schemas.microsoft.com/office/drawing/2014/main" id="{FB07D0FB-B301-47AD-85E3-675ABA4B02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464" t="3137" r="24569" b="-2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C597-4C72-421B-9497-686C0F151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3489820"/>
            <a:ext cx="6424440" cy="25515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Analyst with four years of working experience with clients from various countries, and fields such as human resources,</a:t>
            </a:r>
            <a:r>
              <a:rPr lang="sr-Latn-R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marketing,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social psychology and medicine. Particularly skilled with Excel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, SPSS,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Python, R,</a:t>
            </a:r>
            <a:r>
              <a:rPr lang="sr-Latn-R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Tableau.</a:t>
            </a:r>
            <a:b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“If you torture the data long enough, it will confess.” — Ronald H. Coase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30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598E-1D35-4752-B05F-30DF65D5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056" y="2047380"/>
            <a:ext cx="6424440" cy="1320800"/>
          </a:xfrm>
        </p:spPr>
        <p:txBody>
          <a:bodyPr>
            <a:normAutofit/>
          </a:bodyPr>
          <a:lstStyle/>
          <a:p>
            <a:r>
              <a:rPr lang="en-US" dirty="0"/>
              <a:t>Projects</a:t>
            </a:r>
          </a:p>
        </p:txBody>
      </p:sp>
      <p:pic>
        <p:nvPicPr>
          <p:cNvPr id="5" name="Picture 4" descr="A picture containing person, smiling, posing&#10;&#10;Description automatically generated">
            <a:extLst>
              <a:ext uri="{FF2B5EF4-FFF2-40B4-BE49-F238E27FC236}">
                <a16:creationId xmlns:a16="http://schemas.microsoft.com/office/drawing/2014/main" id="{FB07D0FB-B301-47AD-85E3-675ABA4B02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464" t="3137" r="24569" b="-2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C597-4C72-421B-9497-686C0F151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1" y="3023118"/>
            <a:ext cx="6856501" cy="37132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Covid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-19 testing rate 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visualization with ggplot2 in R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Likelihood of woman having a third birth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survival analysis in R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Post-millennials’ willingness to purchase products with GI 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structural equation modeling in SPSS AMOS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Effects of the type of Instagram endorser on the purchasing intentions of their followers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experiment data analysis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Profile of the UK bank customers in different regions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Tableau story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FD1C1A41-F813-4E06-954C-98565175E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934" y="454148"/>
            <a:ext cx="1704258" cy="1320800"/>
          </a:xfrm>
          <a:prstGeom prst="rect">
            <a:avLst/>
          </a:prstGeom>
        </p:spPr>
      </p:pic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E26FDF16-16F9-40C9-B001-02C2DBA56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744" y="819150"/>
            <a:ext cx="1981200" cy="1320800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ECD2524-9A27-46F2-A23E-A7B218FDF6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934" y="2175266"/>
            <a:ext cx="3876675" cy="81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4B6ED27E-E92F-4CBB-B03A-69735FB7A9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37" y="1701356"/>
            <a:ext cx="2539682" cy="19682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rmAutofit fontScale="90000"/>
          </a:bodyPr>
          <a:lstStyle/>
          <a:p>
            <a:r>
              <a:rPr lang="en-US" dirty="0"/>
              <a:t>Covid-19 testing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3347" y="675192"/>
            <a:ext cx="3893440" cy="10968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does testing rate changes in European countries over weeks, while taking positivity rate into account?</a:t>
            </a:r>
            <a:endParaRPr lang="en-US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602860"/>
            <a:ext cx="8584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downloaded from European Centre for Disease Prevention and Control: </a:t>
            </a:r>
          </a:p>
          <a:p>
            <a:r>
              <a:rPr lang="en-US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https://www.ecdc.europa.eu/en/publications-data/covid-19-testing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was about testing for COVID-19 by week and by country, with 1099 observations.</a:t>
            </a:r>
          </a:p>
        </p:txBody>
      </p:sp>
      <p:pic>
        <p:nvPicPr>
          <p:cNvPr id="7" name="Picture 6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8C3DE43E-BB6D-4ADA-A528-0A9F9FFBE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07" y="3944433"/>
            <a:ext cx="7839075" cy="2238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3050AF-2BEB-43D1-B1B2-BB990831DE78}"/>
              </a:ext>
            </a:extLst>
          </p:cNvPr>
          <p:cNvSpPr txBox="1"/>
          <p:nvPr/>
        </p:nvSpPr>
        <p:spPr>
          <a:xfrm>
            <a:off x="1146104" y="6324052"/>
            <a:ext cx="6956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Variable “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positivity_rate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” was obtained by dividing “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new_cases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” by “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tests_done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” * 100.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6752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rmAutofit fontScale="90000"/>
          </a:bodyPr>
          <a:lstStyle/>
          <a:p>
            <a:r>
              <a:rPr lang="en-US" dirty="0"/>
              <a:t>Covid-19 testing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3347" y="675192"/>
            <a:ext cx="3893440" cy="10968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does testing rate changes in European countries over weeks, while taking positivity rate into account?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578498" y="2602860"/>
            <a:ext cx="93144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29 missing values in “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positivity_rate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” and 4 in “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testing_data_source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” 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Monotone missing data pattern:</a:t>
            </a:r>
          </a:p>
          <a:p>
            <a:endParaRPr lang="en-US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US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US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Rows with missing values were dropped, as they were all considering only first several weeks of the year, and the cells needed for calculating positivity rate were almost always zero. 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Variable “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year_week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” was transformed by keeping only the week number and transforming it to numerical value.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B8636555-7730-4F5F-BC58-9A2E7106D9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13" b="10394"/>
          <a:stretch/>
        </p:blipFill>
        <p:spPr>
          <a:xfrm>
            <a:off x="4342428" y="3514986"/>
            <a:ext cx="4120437" cy="139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0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rmAutofit fontScale="90000"/>
          </a:bodyPr>
          <a:lstStyle/>
          <a:p>
            <a:r>
              <a:rPr lang="en-US" dirty="0"/>
              <a:t>Covid-19 testing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3347" y="675192"/>
            <a:ext cx="3893440" cy="10968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does testing rate changes in European countries over weeks, while taking positivity rate into account?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578498" y="2602860"/>
            <a:ext cx="9314477" cy="37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Descriptive characteristics of variable “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testing_rate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mean: 1011.25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median: 579.91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variance: 1 939 297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minimum: .05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maximum: 12 947.02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quartile: 271.13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3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quartile: 1 233.90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09E6CC3-995A-4428-A088-764C8E91703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6" b="20519"/>
          <a:stretch/>
        </p:blipFill>
        <p:spPr>
          <a:xfrm>
            <a:off x="3823995" y="3152537"/>
            <a:ext cx="5329336" cy="330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2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rmAutofit fontScale="90000"/>
          </a:bodyPr>
          <a:lstStyle/>
          <a:p>
            <a:r>
              <a:rPr lang="en-US" dirty="0"/>
              <a:t>Covid-19 testing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455" y="2046914"/>
            <a:ext cx="3893440" cy="1096899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does testing rate changes in European countries over weeks, while taking positivity rate into account?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/>
            <a:endParaRPr lang="en-US" dirty="0"/>
          </a:p>
        </p:txBody>
      </p:sp>
      <p:pic>
        <p:nvPicPr>
          <p:cNvPr id="7" name="Picture 6" descr="Calendar&#10;&#10;Description automatically generated">
            <a:extLst>
              <a:ext uri="{FF2B5EF4-FFF2-40B4-BE49-F238E27FC236}">
                <a16:creationId xmlns:a16="http://schemas.microsoft.com/office/drawing/2014/main" id="{85EB07C2-D14A-467B-AB4C-06604D46E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51" y="92278"/>
            <a:ext cx="6789949" cy="6765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4007D4-03ED-42D7-AF67-24597C399D9F}"/>
              </a:ext>
            </a:extLst>
          </p:cNvPr>
          <p:cNvSpPr txBox="1"/>
          <p:nvPr/>
        </p:nvSpPr>
        <p:spPr>
          <a:xfrm>
            <a:off x="623843" y="3244480"/>
            <a:ext cx="4778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plot = </a:t>
            </a:r>
            <a:r>
              <a:rPr lang="en-US" sz="900" dirty="0" err="1"/>
              <a:t>ggplot</a:t>
            </a:r>
            <a:r>
              <a:rPr lang="en-US" sz="900" dirty="0"/>
              <a:t>(df, </a:t>
            </a:r>
            <a:r>
              <a:rPr lang="en-US" sz="900" dirty="0" err="1"/>
              <a:t>aes</a:t>
            </a:r>
            <a:r>
              <a:rPr lang="en-US" sz="900" dirty="0"/>
              <a:t>(x=</a:t>
            </a:r>
            <a:r>
              <a:rPr lang="en-US" sz="900" dirty="0" err="1"/>
              <a:t>df$year_week</a:t>
            </a:r>
            <a:r>
              <a:rPr lang="en-US" sz="900" dirty="0"/>
              <a:t>, y=</a:t>
            </a:r>
            <a:r>
              <a:rPr lang="en-US" sz="900" dirty="0" err="1"/>
              <a:t>df$testing_rate</a:t>
            </a:r>
            <a:r>
              <a:rPr lang="en-US" sz="900" dirty="0"/>
              <a:t>)) </a:t>
            </a:r>
          </a:p>
          <a:p>
            <a:r>
              <a:rPr lang="en-US" sz="900" dirty="0"/>
              <a:t>+ </a:t>
            </a:r>
            <a:r>
              <a:rPr lang="en-US" sz="900" dirty="0" err="1"/>
              <a:t>geom_point</a:t>
            </a:r>
            <a:r>
              <a:rPr lang="en-US" sz="900" dirty="0"/>
              <a:t>(shape = 1, </a:t>
            </a:r>
            <a:r>
              <a:rPr lang="en-US" sz="900" dirty="0" err="1"/>
              <a:t>aes</a:t>
            </a:r>
            <a:r>
              <a:rPr lang="en-US" sz="900" dirty="0"/>
              <a:t>(color = </a:t>
            </a:r>
            <a:r>
              <a:rPr lang="en-US" sz="900" dirty="0" err="1"/>
              <a:t>df$positivity_rate</a:t>
            </a:r>
            <a:r>
              <a:rPr lang="en-US" sz="900" dirty="0"/>
              <a:t>)) </a:t>
            </a:r>
          </a:p>
          <a:p>
            <a:r>
              <a:rPr lang="en-US" sz="900" dirty="0"/>
              <a:t>+ </a:t>
            </a:r>
            <a:r>
              <a:rPr lang="en-US" sz="900" dirty="0" err="1"/>
              <a:t>geom_smooth</a:t>
            </a:r>
            <a:r>
              <a:rPr lang="en-US" sz="900" dirty="0"/>
              <a:t>(method = </a:t>
            </a:r>
            <a:r>
              <a:rPr lang="en-US" sz="900" dirty="0" err="1"/>
              <a:t>lm</a:t>
            </a:r>
            <a:r>
              <a:rPr lang="en-US" sz="900" dirty="0"/>
              <a:t>, size = 0.3, color = 'black’) </a:t>
            </a:r>
          </a:p>
          <a:p>
            <a:r>
              <a:rPr lang="en-US" sz="900" dirty="0"/>
              <a:t>+ </a:t>
            </a:r>
            <a:r>
              <a:rPr lang="en-US" sz="900" dirty="0" err="1"/>
              <a:t>scale_color_gradient</a:t>
            </a:r>
            <a:r>
              <a:rPr lang="en-US" sz="900" dirty="0"/>
              <a:t>(low='green', high='red’) </a:t>
            </a:r>
          </a:p>
          <a:p>
            <a:r>
              <a:rPr lang="en-US" sz="900" dirty="0"/>
              <a:t>+ </a:t>
            </a:r>
            <a:r>
              <a:rPr lang="en-US" sz="900" dirty="0" err="1"/>
              <a:t>theme_bw</a:t>
            </a:r>
            <a:r>
              <a:rPr lang="en-US" sz="900" dirty="0"/>
              <a:t>() + </a:t>
            </a:r>
            <a:r>
              <a:rPr lang="en-US" sz="900" dirty="0" err="1"/>
              <a:t>facet_wrap</a:t>
            </a:r>
            <a:r>
              <a:rPr lang="en-US" sz="900" dirty="0"/>
              <a:t>(~</a:t>
            </a:r>
            <a:r>
              <a:rPr lang="en-US" sz="900" dirty="0" err="1"/>
              <a:t>df$country</a:t>
            </a:r>
            <a:r>
              <a:rPr lang="en-US" sz="900" dirty="0"/>
              <a:t>) </a:t>
            </a:r>
          </a:p>
          <a:p>
            <a:endParaRPr lang="en-US" sz="900" dirty="0"/>
          </a:p>
          <a:p>
            <a:r>
              <a:rPr lang="en-US" sz="900" dirty="0"/>
              <a:t>plot = plot + labs (</a:t>
            </a:r>
          </a:p>
          <a:p>
            <a:r>
              <a:rPr lang="en-US" sz="900" dirty="0"/>
              <a:t>  title = 'Changes in testing rates in European countries over weeks',</a:t>
            </a:r>
          </a:p>
          <a:p>
            <a:r>
              <a:rPr lang="en-US" sz="900" dirty="0"/>
              <a:t>  subtitle = 'with taking positivity rates into account',</a:t>
            </a:r>
          </a:p>
          <a:p>
            <a:r>
              <a:rPr lang="en-US" sz="900" dirty="0"/>
              <a:t>  caption = 'European Centre for Disease Prevention and Control 7/11/2020',</a:t>
            </a:r>
          </a:p>
          <a:p>
            <a:r>
              <a:rPr lang="en-US" sz="900" dirty="0"/>
              <a:t>  color = 'Positivity rate',</a:t>
            </a:r>
          </a:p>
          <a:p>
            <a:r>
              <a:rPr lang="en-US" sz="900" dirty="0"/>
              <a:t>  x = 'Week of year 2020',</a:t>
            </a:r>
          </a:p>
          <a:p>
            <a:r>
              <a:rPr lang="en-US" sz="900" dirty="0"/>
              <a:t>  y = 'Testing rate')</a:t>
            </a:r>
          </a:p>
          <a:p>
            <a:endParaRPr lang="en-US" sz="900" dirty="0"/>
          </a:p>
          <a:p>
            <a:r>
              <a:rPr lang="en-US" sz="900" dirty="0"/>
              <a:t>plot = plot + theme(</a:t>
            </a:r>
            <a:r>
              <a:rPr lang="en-US" sz="900" dirty="0" err="1"/>
              <a:t>plot.title</a:t>
            </a:r>
            <a:r>
              <a:rPr lang="en-US" sz="900" dirty="0"/>
              <a:t> = </a:t>
            </a:r>
            <a:r>
              <a:rPr lang="en-US" sz="900" dirty="0" err="1"/>
              <a:t>element_text</a:t>
            </a:r>
            <a:r>
              <a:rPr lang="en-US" sz="900" dirty="0"/>
              <a:t>(size = 15, face = 'bold'),</a:t>
            </a:r>
          </a:p>
          <a:p>
            <a:r>
              <a:rPr lang="en-US" sz="900" dirty="0"/>
              <a:t>                    </a:t>
            </a:r>
            <a:r>
              <a:rPr lang="en-US" sz="900" dirty="0" err="1"/>
              <a:t>plot.subtitle</a:t>
            </a:r>
            <a:r>
              <a:rPr lang="en-US" sz="900" dirty="0"/>
              <a:t> = </a:t>
            </a:r>
            <a:r>
              <a:rPr lang="en-US" sz="900" dirty="0" err="1"/>
              <a:t>element_text</a:t>
            </a:r>
            <a:r>
              <a:rPr lang="en-US" sz="900" dirty="0"/>
              <a:t>(size = 15), </a:t>
            </a:r>
          </a:p>
          <a:p>
            <a:r>
              <a:rPr lang="en-US" sz="900" dirty="0"/>
              <a:t>                  </a:t>
            </a:r>
            <a:r>
              <a:rPr lang="en-US" sz="900" dirty="0" err="1"/>
              <a:t>axis.title.x</a:t>
            </a:r>
            <a:r>
              <a:rPr lang="en-US" sz="900" dirty="0"/>
              <a:t> = </a:t>
            </a:r>
            <a:r>
              <a:rPr lang="en-US" sz="900" dirty="0" err="1"/>
              <a:t>element_text</a:t>
            </a:r>
            <a:r>
              <a:rPr lang="en-US" sz="900" dirty="0"/>
              <a:t>(size = 13, face = 'bold'),</a:t>
            </a:r>
          </a:p>
          <a:p>
            <a:r>
              <a:rPr lang="en-US" sz="900" dirty="0"/>
              <a:t>                  </a:t>
            </a:r>
            <a:r>
              <a:rPr lang="en-US" sz="900" dirty="0" err="1"/>
              <a:t>axis.title.y</a:t>
            </a:r>
            <a:r>
              <a:rPr lang="en-US" sz="900" dirty="0"/>
              <a:t> = </a:t>
            </a:r>
            <a:r>
              <a:rPr lang="en-US" sz="900" dirty="0" err="1"/>
              <a:t>element_text</a:t>
            </a:r>
            <a:r>
              <a:rPr lang="en-US" sz="900" dirty="0"/>
              <a:t>(size = 13, face = 'bold'))</a:t>
            </a:r>
          </a:p>
          <a:p>
            <a:endParaRPr lang="en-US" sz="900" dirty="0"/>
          </a:p>
          <a:p>
            <a:r>
              <a:rPr lang="en-US" sz="900" dirty="0"/>
              <a:t>plot</a:t>
            </a:r>
          </a:p>
          <a:p>
            <a:endParaRPr lang="en-US" sz="900" dirty="0"/>
          </a:p>
          <a:p>
            <a:r>
              <a:rPr lang="en-US" sz="900" dirty="0"/>
              <a:t>pdf('plot.pdf')</a:t>
            </a:r>
          </a:p>
          <a:p>
            <a:r>
              <a:rPr lang="en-US" sz="900" dirty="0"/>
              <a:t>print(plot)</a:t>
            </a:r>
          </a:p>
          <a:p>
            <a:r>
              <a:rPr lang="en-US" sz="900" dirty="0" err="1"/>
              <a:t>dev.off</a:t>
            </a:r>
            <a:r>
              <a:rPr lang="en-US" sz="9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2106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E5B16A8-73CD-419C-8A60-2498A8D147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37" y="1701356"/>
            <a:ext cx="2539682" cy="19682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Autofit/>
          </a:bodyPr>
          <a:lstStyle/>
          <a:p>
            <a:r>
              <a:rPr lang="en-US" sz="4900" dirty="0"/>
              <a:t>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</a:t>
            </a:r>
            <a:r>
              <a:rPr lang="en-US" kern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effect of gender of first two children on the likelihood of a woman having the third birth?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602860"/>
            <a:ext cx="8584111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Time to third birth data of the Medical Birth Registry of Norway, containing records of all births in Norway since 1967. </a:t>
            </a: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Downloaded from the selection of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16 116 cases from the initial data set (</a:t>
            </a:r>
            <a:r>
              <a:rPr lang="en-US" sz="18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http://folk.uio.no/borgan/abg-2008/data/third_births.txt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).</a:t>
            </a: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Variables: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5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n-US" sz="15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 </a:t>
            </a:r>
            <a:r>
              <a:rPr lang="en-US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(age of mother at first birth in years),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5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15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pacing </a:t>
            </a:r>
            <a:r>
              <a:rPr lang="en-US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(time between first and second birth in days),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5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15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ibs </a:t>
            </a:r>
            <a:r>
              <a:rPr lang="en-US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(genders of the first two children, 1 = boy, boy, 2 = girl, girl, 3 = boy, girl, 4 = girl, boy),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5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time</a:t>
            </a:r>
            <a:r>
              <a:rPr lang="en-US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(time from second birth to third birth or censoring in days</a:t>
            </a:r>
            <a:r>
              <a:rPr lang="en-US" sz="1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en-US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en-US" sz="15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15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tatus </a:t>
            </a:r>
            <a:r>
              <a:rPr lang="en-US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(censoring indicator, 0 = censored, 1 = birth).</a:t>
            </a:r>
          </a:p>
          <a:p>
            <a:pPr marR="0" lvl="0" algn="just">
              <a:spcBef>
                <a:spcPts val="0"/>
              </a:spcBef>
              <a:spcAft>
                <a:spcPts val="600"/>
              </a:spcAft>
            </a:pPr>
            <a:endParaRPr lang="en-US" sz="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 algn="just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Right-censoring data.</a:t>
            </a:r>
          </a:p>
          <a:p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09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Autofit/>
          </a:bodyPr>
          <a:lstStyle/>
          <a:p>
            <a:r>
              <a:rPr lang="en-US" sz="4900" dirty="0"/>
              <a:t>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effect of gender of first two children on the likelihood of a woman having the third birth?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602860"/>
            <a:ext cx="858411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missing data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Adding variables:</a:t>
            </a:r>
          </a:p>
          <a:p>
            <a:pPr marL="742950" lvl="1" indent="-285750">
              <a:buFontTx/>
              <a:buChar char="-"/>
            </a:pPr>
            <a:r>
              <a:rPr 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(unique identifier)</a:t>
            </a:r>
            <a:endParaRPr lang="en-US" sz="15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-US" sz="15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spacing_months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(time between 1</a:t>
            </a:r>
            <a:r>
              <a:rPr lang="en-US" sz="15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and 2</a:t>
            </a:r>
            <a:r>
              <a:rPr lang="en-US" sz="15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birth in months;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spacing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divided with 30.5)</a:t>
            </a:r>
          </a:p>
          <a:p>
            <a:pPr marL="742950" lvl="1" indent="-285750">
              <a:buFontTx/>
              <a:buChar char="-"/>
            </a:pPr>
            <a:r>
              <a:rPr lang="en-US" sz="15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time_months</a:t>
            </a:r>
            <a:r>
              <a:rPr 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(time from 2</a:t>
            </a:r>
            <a:r>
              <a:rPr lang="en-US" sz="15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to 3</a:t>
            </a:r>
            <a:r>
              <a:rPr lang="en-US" sz="15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birth or censoring in months;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divided with 30.5)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0DAFC-C136-4CEA-B548-7F0037216EBD}"/>
              </a:ext>
            </a:extLst>
          </p:cNvPr>
          <p:cNvSpPr txBox="1"/>
          <p:nvPr/>
        </p:nvSpPr>
        <p:spPr>
          <a:xfrm>
            <a:off x="1004506" y="4651179"/>
            <a:ext cx="85841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Descriptive characteristics of the sample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M = 23.32, SD = 2.20</a:t>
            </a:r>
            <a:endParaRPr lang="en-US" sz="15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spacing_months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M = 32.61, SD = 14.02</a:t>
            </a:r>
            <a:endParaRPr lang="en-US" sz="15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10.9% (</a:t>
            </a:r>
            <a:r>
              <a:rPr lang="en-US" sz="15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15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1 761) women have given the third birth </a:t>
            </a:r>
          </a:p>
          <a:p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5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time_months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 = 33.03, SD = 14.70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D7ADAE-AA89-4710-BD18-1F6D3F9ED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3581"/>
              </p:ext>
            </p:extLst>
          </p:nvPr>
        </p:nvGraphicFramePr>
        <p:xfrm>
          <a:off x="5759259" y="5051632"/>
          <a:ext cx="2797175" cy="1106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8375">
                  <a:extLst>
                    <a:ext uri="{9D8B030D-6E8A-4147-A177-3AD203B41FA5}">
                      <a16:colId xmlns:a16="http://schemas.microsoft.com/office/drawing/2014/main" val="1575336799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967760399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767094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Genders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Frequency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Percent (%)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055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4 334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26.9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6044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Girl, girl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3759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23.3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4364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girl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4067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25.2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9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Girl,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3956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24.5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1934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20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Autofit/>
          </a:bodyPr>
          <a:lstStyle/>
          <a:p>
            <a:r>
              <a:rPr lang="en-US" sz="4900" dirty="0"/>
              <a:t>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effect of gender of first two children on the likelihood of a woman having the third birth?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90287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Objectives, methods, results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Comparing probability over time for having the 3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birth after the 2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birth later or not having it at all (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survival probability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for combinations of the first two babies’ genders.</a:t>
            </a:r>
          </a:p>
          <a:p>
            <a:pPr marL="342900" indent="-342900">
              <a:buAutoNum type="arabicPeriod"/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Kaplan-Meier estimator plots: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9DD3C3F4-3894-4866-8578-FD45B9BD5E0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521" y="3607267"/>
            <a:ext cx="4643612" cy="28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3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Autofit/>
          </a:bodyPr>
          <a:lstStyle/>
          <a:p>
            <a:r>
              <a:rPr lang="en-US" sz="4900" dirty="0"/>
              <a:t>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effect of gender of first two children on the likelihood of a woman having the third birth?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9028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Objectives, methods, results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Comparing probability over time for having the 3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birth after the 2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birth later or not having it at all (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survival probability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for combinations of the first two babies’ genders.</a:t>
            </a: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134749D3-4012-4A83-A77E-9F3634143C9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85" y="3403414"/>
            <a:ext cx="5733415" cy="3443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40897F-3EC8-4621-B155-287DF8B2BF15}"/>
              </a:ext>
            </a:extLst>
          </p:cNvPr>
          <p:cNvSpPr txBox="1"/>
          <p:nvPr/>
        </p:nvSpPr>
        <p:spPr>
          <a:xfrm>
            <a:off x="6468749" y="3865786"/>
            <a:ext cx="2024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Log-rank test:</a:t>
            </a:r>
          </a:p>
          <a:p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χ</a:t>
            </a:r>
            <a:r>
              <a:rPr lang="en-US" sz="14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(3) = 26.4, </a:t>
            </a:r>
            <a:r>
              <a:rPr lang="en-U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8e-06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8EFC3CB-5777-40E0-8B1B-1EF82CAFD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80696"/>
              </p:ext>
            </p:extLst>
          </p:nvPr>
        </p:nvGraphicFramePr>
        <p:xfrm>
          <a:off x="6468749" y="4721053"/>
          <a:ext cx="3363149" cy="1578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8840">
                  <a:extLst>
                    <a:ext uri="{9D8B030D-6E8A-4147-A177-3AD203B41FA5}">
                      <a16:colId xmlns:a16="http://schemas.microsoft.com/office/drawing/2014/main" val="2024659377"/>
                    </a:ext>
                  </a:extLst>
                </a:gridCol>
                <a:gridCol w="636785">
                  <a:extLst>
                    <a:ext uri="{9D8B030D-6E8A-4147-A177-3AD203B41FA5}">
                      <a16:colId xmlns:a16="http://schemas.microsoft.com/office/drawing/2014/main" val="2479238563"/>
                    </a:ext>
                  </a:extLst>
                </a:gridCol>
                <a:gridCol w="947956">
                  <a:extLst>
                    <a:ext uri="{9D8B030D-6E8A-4147-A177-3AD203B41FA5}">
                      <a16:colId xmlns:a16="http://schemas.microsoft.com/office/drawing/2014/main" val="2838370632"/>
                    </a:ext>
                  </a:extLst>
                </a:gridCol>
                <a:gridCol w="939568">
                  <a:extLst>
                    <a:ext uri="{9D8B030D-6E8A-4147-A177-3AD203B41FA5}">
                      <a16:colId xmlns:a16="http://schemas.microsoft.com/office/drawing/2014/main" val="4125447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Weighted number of events (childbirth)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038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Genders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Observed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Expected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839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4 334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475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08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Girl, girl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3 759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8934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girl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4 067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394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447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2189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Girl,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3 956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442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580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32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Autofit/>
          </a:bodyPr>
          <a:lstStyle/>
          <a:p>
            <a:r>
              <a:rPr lang="en-US" sz="4900" dirty="0"/>
              <a:t>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effect of gender of first two children on the likelihood of a woman having the third birth?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9028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Objectives, methods, results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Estimating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model for a survival time (from 2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3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birth), with respect to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the mother at first birth,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time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between 1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2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nd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birth and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genders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the first two children.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Multivariate Cox regression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4B6BB1-EC12-4807-AA95-80AF79694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35524"/>
              </p:ext>
            </p:extLst>
          </p:nvPr>
        </p:nvGraphicFramePr>
        <p:xfrm>
          <a:off x="1008700" y="4629719"/>
          <a:ext cx="7826929" cy="13314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7963">
                  <a:extLst>
                    <a:ext uri="{9D8B030D-6E8A-4147-A177-3AD203B41FA5}">
                      <a16:colId xmlns:a16="http://schemas.microsoft.com/office/drawing/2014/main" val="2541762745"/>
                    </a:ext>
                  </a:extLst>
                </a:gridCol>
                <a:gridCol w="886848">
                  <a:extLst>
                    <a:ext uri="{9D8B030D-6E8A-4147-A177-3AD203B41FA5}">
                      <a16:colId xmlns:a16="http://schemas.microsoft.com/office/drawing/2014/main" val="776048368"/>
                    </a:ext>
                  </a:extLst>
                </a:gridCol>
                <a:gridCol w="763398">
                  <a:extLst>
                    <a:ext uri="{9D8B030D-6E8A-4147-A177-3AD203B41FA5}">
                      <a16:colId xmlns:a16="http://schemas.microsoft.com/office/drawing/2014/main" val="2523156158"/>
                    </a:ext>
                  </a:extLst>
                </a:gridCol>
                <a:gridCol w="847289">
                  <a:extLst>
                    <a:ext uri="{9D8B030D-6E8A-4147-A177-3AD203B41FA5}">
                      <a16:colId xmlns:a16="http://schemas.microsoft.com/office/drawing/2014/main" val="554724738"/>
                    </a:ext>
                  </a:extLst>
                </a:gridCol>
                <a:gridCol w="729842">
                  <a:extLst>
                    <a:ext uri="{9D8B030D-6E8A-4147-A177-3AD203B41FA5}">
                      <a16:colId xmlns:a16="http://schemas.microsoft.com/office/drawing/2014/main" val="131186684"/>
                    </a:ext>
                  </a:extLst>
                </a:gridCol>
                <a:gridCol w="947956">
                  <a:extLst>
                    <a:ext uri="{9D8B030D-6E8A-4147-A177-3AD203B41FA5}">
                      <a16:colId xmlns:a16="http://schemas.microsoft.com/office/drawing/2014/main" val="973047137"/>
                    </a:ext>
                  </a:extLst>
                </a:gridCol>
                <a:gridCol w="822121">
                  <a:extLst>
                    <a:ext uri="{9D8B030D-6E8A-4147-A177-3AD203B41FA5}">
                      <a16:colId xmlns:a16="http://schemas.microsoft.com/office/drawing/2014/main" val="3814723746"/>
                    </a:ext>
                  </a:extLst>
                </a:gridCol>
                <a:gridCol w="981512">
                  <a:extLst>
                    <a:ext uri="{9D8B030D-6E8A-4147-A177-3AD203B41FA5}">
                      <a16:colId xmlns:a16="http://schemas.microsoft.com/office/drawing/2014/main" val="62798039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 Predictor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Regression coefficients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95.0% C.I. for Exp(B)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151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Exp(B)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Exp(-B)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S.E.(B)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Sig.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L.B.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U.B.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42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 Age at first birth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.0049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1.0050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1.9951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.0145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.7341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.9768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1.0339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4948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Time from 1</a:t>
                      </a:r>
                      <a:r>
                        <a:rPr lang="en-US" sz="1100" baseline="30000">
                          <a:effectLst/>
                        </a:rPr>
                        <a:t>st</a:t>
                      </a:r>
                      <a:r>
                        <a:rPr lang="en-US" sz="1100">
                          <a:effectLst/>
                        </a:rPr>
                        <a:t> to 2</a:t>
                      </a:r>
                      <a:r>
                        <a:rPr lang="en-US" sz="1100" baseline="30000">
                          <a:effectLst/>
                        </a:rPr>
                        <a:t>nd</a:t>
                      </a:r>
                      <a:r>
                        <a:rPr lang="en-US" sz="1100">
                          <a:effectLst/>
                        </a:rPr>
                        <a:t> birth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-.0003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.9997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1.0003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.0001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.0002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.9996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.9999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6137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.1174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1.1250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.8892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.06504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.0711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.9900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1.2774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447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girl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-.1671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.8461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1.1818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.0705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.0178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.7369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.9716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5935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Girl,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-.1477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.8627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1.1592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.0704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.0359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.7515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.9903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271550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5A709EC5-B9BB-4342-9BAC-0E60D5DB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172" y="5956385"/>
            <a:ext cx="79143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16 116,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events = 1 761.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Abbreviations: B, regression coefficient; S.E., standard error; Sig., significance level; C.I., confidence interval; L.B., lower bound; U.B., upper bound.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071B0-4024-4AD7-ACCC-B14E9C917E6D}"/>
              </a:ext>
            </a:extLst>
          </p:cNvPr>
          <p:cNvSpPr/>
          <p:nvPr/>
        </p:nvSpPr>
        <p:spPr>
          <a:xfrm>
            <a:off x="6593747" y="5201174"/>
            <a:ext cx="511729" cy="755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60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506" y="400371"/>
            <a:ext cx="3887839" cy="1646543"/>
          </a:xfrm>
        </p:spPr>
        <p:txBody>
          <a:bodyPr>
            <a:noAutofit/>
          </a:bodyPr>
          <a:lstStyle/>
          <a:p>
            <a:r>
              <a:rPr lang="en-US" sz="4900" dirty="0"/>
              <a:t>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effect of gender of first two children on the likelihood of a woman having the third birth?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684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Objectives, methods, results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Identifying the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top ten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women from the new unlabeled dataset of 500 who have the highest risk rates for having the third birth.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3E589-70C4-4808-A9CD-022A85300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001233"/>
              </p:ext>
            </p:extLst>
          </p:nvPr>
        </p:nvGraphicFramePr>
        <p:xfrm>
          <a:off x="798036" y="3771198"/>
          <a:ext cx="8147140" cy="26864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3668">
                  <a:extLst>
                    <a:ext uri="{9D8B030D-6E8A-4147-A177-3AD203B41FA5}">
                      <a16:colId xmlns:a16="http://schemas.microsoft.com/office/drawing/2014/main" val="679658541"/>
                    </a:ext>
                  </a:extLst>
                </a:gridCol>
                <a:gridCol w="600023">
                  <a:extLst>
                    <a:ext uri="{9D8B030D-6E8A-4147-A177-3AD203B41FA5}">
                      <a16:colId xmlns:a16="http://schemas.microsoft.com/office/drawing/2014/main" val="2204252207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4145708051"/>
                    </a:ext>
                  </a:extLst>
                </a:gridCol>
                <a:gridCol w="1714105">
                  <a:extLst>
                    <a:ext uri="{9D8B030D-6E8A-4147-A177-3AD203B41FA5}">
                      <a16:colId xmlns:a16="http://schemas.microsoft.com/office/drawing/2014/main" val="3386658497"/>
                    </a:ext>
                  </a:extLst>
                </a:gridCol>
                <a:gridCol w="1884312">
                  <a:extLst>
                    <a:ext uri="{9D8B030D-6E8A-4147-A177-3AD203B41FA5}">
                      <a16:colId xmlns:a16="http://schemas.microsoft.com/office/drawing/2014/main" val="154806098"/>
                    </a:ext>
                  </a:extLst>
                </a:gridCol>
                <a:gridCol w="1055991">
                  <a:extLst>
                    <a:ext uri="{9D8B030D-6E8A-4147-A177-3AD203B41FA5}">
                      <a16:colId xmlns:a16="http://schemas.microsoft.com/office/drawing/2014/main" val="3297392608"/>
                    </a:ext>
                  </a:extLst>
                </a:gridCol>
                <a:gridCol w="1006678">
                  <a:extLst>
                    <a:ext uri="{9D8B030D-6E8A-4147-A177-3AD203B41FA5}">
                      <a16:colId xmlns:a16="http://schemas.microsoft.com/office/drawing/2014/main" val="2358026468"/>
                    </a:ext>
                  </a:extLst>
                </a:gridCol>
              </a:tblGrid>
              <a:tr h="47282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Rank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Age at first birth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Time from 1</a:t>
                      </a:r>
                      <a:r>
                        <a:rPr lang="en-US" sz="1100" baseline="30000">
                          <a:effectLst/>
                        </a:rPr>
                        <a:t>st</a:t>
                      </a:r>
                      <a:r>
                        <a:rPr lang="en-US" sz="1100">
                          <a:effectLst/>
                        </a:rPr>
                        <a:t> to 2</a:t>
                      </a:r>
                      <a:r>
                        <a:rPr lang="en-US" sz="1100" baseline="30000">
                          <a:effectLst/>
                        </a:rPr>
                        <a:t>nd</a:t>
                      </a:r>
                      <a:r>
                        <a:rPr lang="en-US" sz="1100">
                          <a:effectLst/>
                        </a:rPr>
                        <a:t> birth (days)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Time from 1</a:t>
                      </a:r>
                      <a:r>
                        <a:rPr lang="en-US" sz="1100" baseline="30000" dirty="0">
                          <a:effectLst/>
                        </a:rPr>
                        <a:t>st</a:t>
                      </a:r>
                      <a:r>
                        <a:rPr lang="en-US" sz="1100" dirty="0">
                          <a:effectLst/>
                        </a:rPr>
                        <a:t> to 2</a:t>
                      </a:r>
                      <a:r>
                        <a:rPr lang="en-US" sz="1100" baseline="30000" dirty="0">
                          <a:effectLst/>
                        </a:rPr>
                        <a:t>nd</a:t>
                      </a:r>
                      <a:r>
                        <a:rPr lang="en-US" sz="1100" dirty="0">
                          <a:effectLst/>
                        </a:rPr>
                        <a:t> birth (months)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Gender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Risk score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1417418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308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23.3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381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12.49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58421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130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24.0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13.61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.323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517028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386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19.8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357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11.70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8440136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28.0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16.89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7553329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19.2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11.84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9534233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298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22.4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429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14.07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5388444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26.6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507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16.62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9752432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27.1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17.25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.308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993477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20.7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13.48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.307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1398574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26.4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17.28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Boy, boy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.305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6423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1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, food, cheese, slice&#10;&#10;Description automatically generated">
            <a:extLst>
              <a:ext uri="{FF2B5EF4-FFF2-40B4-BE49-F238E27FC236}">
                <a16:creationId xmlns:a16="http://schemas.microsoft.com/office/drawing/2014/main" id="{FC539947-9CFB-4B16-B4E9-C8676C82AD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36" y="555567"/>
            <a:ext cx="8620300" cy="57468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152" y="400371"/>
            <a:ext cx="4267194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Structural Equation Modelling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Post-Millennials’ willingness to purchase products with geographical indications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798036" y="2202196"/>
            <a:ext cx="8684778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600"/>
              </a:spcAft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Investigation on how 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culture, 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traditions, 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 benefits, 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perceived quality and safety, as well as 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support to rural development </a:t>
            </a:r>
          </a:p>
          <a:p>
            <a:pPr marR="0" lvl="0" algn="just" rtl="0">
              <a:spcBef>
                <a:spcPts val="0"/>
              </a:spcBef>
              <a:spcAft>
                <a:spcPts val="600"/>
              </a:spcAft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affects 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consumers’ willingness to purchase </a:t>
            </a:r>
            <a:r>
              <a:rPr lang="en-GB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hellim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/ halloumi cheese with GI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and what is the </a:t>
            </a:r>
            <a:r>
              <a:rPr lang="en-GB" sz="18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mediating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role of 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trust in GI 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this relationship, </a:t>
            </a:r>
          </a:p>
          <a:p>
            <a:pPr marR="0" lvl="0" algn="just" rtl="0">
              <a:spcBef>
                <a:spcPts val="0"/>
              </a:spcBef>
              <a:spcAft>
                <a:spcPts val="600"/>
              </a:spcAft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 specific interest in exploring these relationships among post-millennials.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11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Structural Equation Modelling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Post-Millennials’ willingness to purchase products with geographical indications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684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238 rows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961257-B460-45CC-AD65-0E48C17D2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164404"/>
              </p:ext>
            </p:extLst>
          </p:nvPr>
        </p:nvGraphicFramePr>
        <p:xfrm>
          <a:off x="1004507" y="2572418"/>
          <a:ext cx="8046187" cy="3918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6924">
                  <a:extLst>
                    <a:ext uri="{9D8B030D-6E8A-4147-A177-3AD203B41FA5}">
                      <a16:colId xmlns:a16="http://schemas.microsoft.com/office/drawing/2014/main" val="3258689626"/>
                    </a:ext>
                  </a:extLst>
                </a:gridCol>
                <a:gridCol w="604008">
                  <a:extLst>
                    <a:ext uri="{9D8B030D-6E8A-4147-A177-3AD203B41FA5}">
                      <a16:colId xmlns:a16="http://schemas.microsoft.com/office/drawing/2014/main" val="3551033987"/>
                    </a:ext>
                  </a:extLst>
                </a:gridCol>
                <a:gridCol w="4965255">
                  <a:extLst>
                    <a:ext uri="{9D8B030D-6E8A-4147-A177-3AD203B41FA5}">
                      <a16:colId xmlns:a16="http://schemas.microsoft.com/office/drawing/2014/main" val="491886140"/>
                    </a:ext>
                  </a:extLst>
                </a:gridCol>
              </a:tblGrid>
              <a:tr h="27767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Construct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Item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Statement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549581880"/>
                  </a:ext>
                </a:extLst>
              </a:tr>
              <a:tr h="194477"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Culture and traditions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CT1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 dirty="0">
                          <a:effectLst/>
                        </a:rPr>
                        <a:t>Hellim with "Hellim/Halloumi" logo is a part of Cyprus culture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76085509"/>
                  </a:ext>
                </a:extLst>
              </a:tr>
              <a:tr h="1647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 dirty="0">
                          <a:effectLst/>
                        </a:rPr>
                        <a:t>CT2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For me it is important that hellim with "Hellim/Halloumi" logo is produced in traditional way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2047048036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CT3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Hellim with "Hellim/Halloumi" logo is made with traditional recipe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2522041074"/>
                  </a:ext>
                </a:extLst>
              </a:tr>
              <a:tr h="194477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Health benefits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HB1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I think hellim with "Hellim/Halloumi" logo is higher quality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3485649428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HB2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I think hellim with "Hellim/Halloumi" logo is more natural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3851002757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HB3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I think hellim with "Hellim/Halloumi" logo is healthier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320429446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HB4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I think hellim with "Hellim/Halloumi" logo is tastier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1995631257"/>
                  </a:ext>
                </a:extLst>
              </a:tr>
              <a:tr h="194477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Rural development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RD1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By buying hellim with "Hellim/Halloumi" logo I support local 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3010897202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RD2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By buying hellim with "Hellim/Halloumi" logo I support local economy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2387612864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RD3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By buying hellim with "Hellim/Halloumi" logo I support local farmers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2275002293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RD4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By buying hellim with "Hellim/Halloumi" logo I contribute to preserve rural areas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1431170299"/>
                  </a:ext>
                </a:extLst>
              </a:tr>
              <a:tr h="170786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Perceived quality and safety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PQS1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Hellim with "Hellim/Halloumi" logo is better quality than other hellim offered in the market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4125308146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PQS2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"Hellim/Halloumi" logo secures that I am buying quality product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2888518146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PQS3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Quality and safety of hellim is certified by "Hellim/Halloumi" logo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814067142"/>
                  </a:ext>
                </a:extLst>
              </a:tr>
              <a:tr h="1479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PQS4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Quality and safety of hellim is guaranteed by "Hellim/Halloumi" logo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1940374926"/>
                  </a:ext>
                </a:extLst>
              </a:tr>
              <a:tr h="93183"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Trust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T1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I trust "Hellim/Halloumi" logo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1617158920"/>
                  </a:ext>
                </a:extLst>
              </a:tr>
              <a:tr h="931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T2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"Hellim/Halloumi" logo is honest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1115233076"/>
                  </a:ext>
                </a:extLst>
              </a:tr>
              <a:tr h="931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T3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"Hellim/Halloumi" logo is safe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3731590235"/>
                  </a:ext>
                </a:extLst>
              </a:tr>
              <a:tr h="194477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1100" dirty="0">
                          <a:effectLst/>
                        </a:rPr>
                        <a:t>Consumers’ willingness to purchase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CWP1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I am willing to purchase hellim with "Hellim/Halloumi" logo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319159996"/>
                  </a:ext>
                </a:extLst>
              </a:tr>
              <a:tr h="1944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>
                          <a:effectLst/>
                        </a:rPr>
                        <a:t>CWP2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NZ" sz="900" dirty="0">
                          <a:effectLst/>
                        </a:rPr>
                        <a:t>I am looking for hellim with "Hellim/Halloumi" logo in the markets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9637" marR="39637" marT="0" marB="0"/>
                </a:tc>
                <a:extLst>
                  <a:ext uri="{0D108BD9-81ED-4DB2-BD59-A6C34878D82A}">
                    <a16:rowId xmlns:a16="http://schemas.microsoft.com/office/drawing/2014/main" val="2327620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52B1C2-08DD-4144-8905-28BBF64511F8}"/>
              </a:ext>
            </a:extLst>
          </p:cNvPr>
          <p:cNvSpPr txBox="1"/>
          <p:nvPr/>
        </p:nvSpPr>
        <p:spPr>
          <a:xfrm>
            <a:off x="1233182" y="6488668"/>
            <a:ext cx="4919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Caputo et al, 2011;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Teuber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2011;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Mazodier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2015; Lai, &amp; Cheng, 2016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73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DBEAECC7-AB76-4F25-A0F3-9F90FA76EE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271" y="2358525"/>
            <a:ext cx="2688310" cy="1792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Structural Equation Modelling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Post-Millennials’ willingness to purchase products with geographical indications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684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Reliability, and convergent and discriminant validity of the constructs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F6FECA-34BE-4EB5-9C92-D3A87286A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184445"/>
              </p:ext>
            </p:extLst>
          </p:nvPr>
        </p:nvGraphicFramePr>
        <p:xfrm>
          <a:off x="2102751" y="2772123"/>
          <a:ext cx="4336960" cy="149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3779">
                  <a:extLst>
                    <a:ext uri="{9D8B030D-6E8A-4147-A177-3AD203B41FA5}">
                      <a16:colId xmlns:a16="http://schemas.microsoft.com/office/drawing/2014/main" val="501364715"/>
                    </a:ext>
                  </a:extLst>
                </a:gridCol>
                <a:gridCol w="1233181">
                  <a:extLst>
                    <a:ext uri="{9D8B030D-6E8A-4147-A177-3AD203B41FA5}">
                      <a16:colId xmlns:a16="http://schemas.microsoft.com/office/drawing/2014/main" val="253004378"/>
                    </a:ext>
                  </a:extLst>
                </a:gridCol>
              </a:tblGrid>
              <a:tr h="19490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Subscale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Cronbach’s α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2080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Culture and traditions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.50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9533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Health benefits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.95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1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Rural development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.90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68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Perceived quality and safety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.93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251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Trust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.95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270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Consumer’s willingness to purchase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.80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166216"/>
                  </a:ext>
                </a:extLst>
              </a:tr>
            </a:tbl>
          </a:graphicData>
        </a:graphic>
      </p:graphicFrame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9F82936-B0A9-4807-B45A-2C17D7E79D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02"/>
          <a:stretch/>
        </p:blipFill>
        <p:spPr>
          <a:xfrm>
            <a:off x="738232" y="4489328"/>
            <a:ext cx="7065999" cy="21684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D638D4-6E5D-4BA0-A008-DD733C169650}"/>
              </a:ext>
            </a:extLst>
          </p:cNvPr>
          <p:cNvSpPr/>
          <p:nvPr/>
        </p:nvSpPr>
        <p:spPr>
          <a:xfrm>
            <a:off x="1367406" y="4489327"/>
            <a:ext cx="2256639" cy="2085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185DA-F1B6-439B-A77B-D19706D0BE7A}"/>
              </a:ext>
            </a:extLst>
          </p:cNvPr>
          <p:cNvSpPr txBox="1"/>
          <p:nvPr/>
        </p:nvSpPr>
        <p:spPr>
          <a:xfrm>
            <a:off x="7170415" y="4984279"/>
            <a:ext cx="2686649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/>
              <a:t>CR</a:t>
            </a:r>
            <a:r>
              <a:rPr lang="en-US" sz="800" dirty="0"/>
              <a:t> = Composite Reliability; </a:t>
            </a:r>
          </a:p>
          <a:p>
            <a:r>
              <a:rPr lang="en-US" sz="800" b="1" dirty="0"/>
              <a:t>AVE</a:t>
            </a:r>
            <a:r>
              <a:rPr lang="en-US" sz="800" dirty="0"/>
              <a:t> = Average Variance Extracted; </a:t>
            </a:r>
          </a:p>
          <a:p>
            <a:r>
              <a:rPr lang="en-US" sz="800" b="1" dirty="0"/>
              <a:t>MSV</a:t>
            </a:r>
            <a:r>
              <a:rPr lang="en-US" sz="800" dirty="0"/>
              <a:t> = Maximum Shared Variance; </a:t>
            </a:r>
          </a:p>
          <a:p>
            <a:r>
              <a:rPr lang="en-US" sz="800" b="1" dirty="0" err="1"/>
              <a:t>MaxR</a:t>
            </a:r>
            <a:r>
              <a:rPr lang="en-US" sz="800" b="1" dirty="0"/>
              <a:t>(H)</a:t>
            </a:r>
            <a:r>
              <a:rPr lang="en-US" sz="800" dirty="0"/>
              <a:t> = McDonald Construct Reliability;</a:t>
            </a:r>
          </a:p>
          <a:p>
            <a:r>
              <a:rPr lang="en-US" sz="800" b="1" dirty="0"/>
              <a:t>SQRT(AVE) </a:t>
            </a:r>
            <a:r>
              <a:rPr lang="en-US" sz="800" dirty="0"/>
              <a:t>on diagonal. </a:t>
            </a:r>
          </a:p>
        </p:txBody>
      </p:sp>
    </p:spTree>
    <p:extLst>
      <p:ext uri="{BB962C8B-B14F-4D97-AF65-F5344CB8AC3E}">
        <p14:creationId xmlns:p14="http://schemas.microsoft.com/office/powerpoint/2010/main" val="2002077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Structural Equation Modelling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Post-Millennials’ willingness to purchase products with geographical indications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19821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Adequate measurement and structural model fit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RMSEA, root mean square error of approximation; </a:t>
            </a:r>
          </a:p>
          <a:p>
            <a:r>
              <a:rPr lang="en-US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SRMR, standardized root mean residual; </a:t>
            </a:r>
          </a:p>
          <a:p>
            <a:r>
              <a:rPr lang="en-US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AGFI, adjusted goodness of fit index; </a:t>
            </a:r>
          </a:p>
          <a:p>
            <a:r>
              <a:rPr lang="en-US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NFI, </a:t>
            </a:r>
            <a:r>
              <a:rPr lang="en-US" sz="1000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Bentler-Bonett</a:t>
            </a:r>
            <a:r>
              <a:rPr lang="en-US" sz="1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Normed Fit Index; </a:t>
            </a:r>
          </a:p>
          <a:p>
            <a:r>
              <a:rPr lang="en-US" sz="1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TLI, </a:t>
            </a:r>
            <a:r>
              <a:rPr lang="en-US" sz="10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Tucker-Lewis index; </a:t>
            </a:r>
          </a:p>
          <a:p>
            <a:r>
              <a:rPr lang="en-US" sz="10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CFI, comparative fit index</a:t>
            </a:r>
            <a:endParaRPr lang="en-US" sz="1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9280D2E-8AA9-49C8-BE0B-C11C4A4A453F}"/>
              </a:ext>
            </a:extLst>
          </p:cNvPr>
          <p:cNvGraphicFramePr>
            <a:graphicFrameLocks noGrp="1"/>
          </p:cNvGraphicFramePr>
          <p:nvPr/>
        </p:nvGraphicFramePr>
        <p:xfrm>
          <a:off x="1004507" y="2755385"/>
          <a:ext cx="81279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129055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269185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50567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 model fit (RD5 excluded)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Structural model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73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χ2/df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83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.063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.063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.042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6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65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NFI, TLI, CFI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&gt; 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&gt; 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605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80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Structural Equation Modelling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Post-Millennials’ willingness to purchase products with geographical indications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6679" y="2203086"/>
            <a:ext cx="375826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Structural equation model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Mediation</a:t>
            </a:r>
          </a:p>
          <a:p>
            <a:r>
              <a:rPr lang="en-NZ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 Baron, &amp; Kenny, 1986 (first two columns)</a:t>
            </a:r>
          </a:p>
          <a:p>
            <a:r>
              <a:rPr lang="en-NZ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the bias-corrected bootstrap method with 10.000 samples at 95% confidence intervals (third column)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CAC125-6C83-4FD1-8574-25A9E7532BF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501" y="2046914"/>
            <a:ext cx="5274310" cy="2828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33C2F9-FF1F-4ECE-A8BB-56D628928FC1}"/>
              </a:ext>
            </a:extLst>
          </p:cNvPr>
          <p:cNvSpPr txBox="1"/>
          <p:nvPr/>
        </p:nvSpPr>
        <p:spPr>
          <a:xfrm>
            <a:off x="8178186" y="2339586"/>
            <a:ext cx="13163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</a:t>
            </a:r>
            <a:r>
              <a:rPr lang="en-GB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 &lt; 0.1, </a:t>
            </a:r>
            <a:r>
              <a:rPr lang="en-GB" sz="10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***</a:t>
            </a:r>
            <a:r>
              <a:rPr lang="en-GB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 &lt; 0.001</a:t>
            </a:r>
            <a:endParaRPr lang="en-US" sz="1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24CBA4-F6E8-4DEE-97D7-8C26A6E01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529937"/>
              </p:ext>
            </p:extLst>
          </p:nvPr>
        </p:nvGraphicFramePr>
        <p:xfrm>
          <a:off x="662474" y="5031036"/>
          <a:ext cx="8370431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1356957639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140712462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981127547"/>
                    </a:ext>
                  </a:extLst>
                </a:gridCol>
                <a:gridCol w="1923197">
                  <a:extLst>
                    <a:ext uri="{9D8B030D-6E8A-4147-A177-3AD203B41FA5}">
                      <a16:colId xmlns:a16="http://schemas.microsoft.com/office/drawing/2014/main" val="709370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Relationship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Standardized regression weights without mediator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Standardized regression weights with mediator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Standardized indirect effects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841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 dirty="0">
                          <a:effectLst/>
                        </a:rPr>
                        <a:t>CT –&gt; T –&gt; CWP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0.160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-0.006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0.012</a:t>
                      </a:r>
                      <a:r>
                        <a:rPr lang="en-NZ" sz="1000" baseline="30000">
                          <a:effectLst/>
                        </a:rPr>
                        <a:t>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2791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HB –&gt; T –&gt; CWP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 dirty="0">
                          <a:effectLst/>
                        </a:rPr>
                        <a:t>0.222</a:t>
                      </a:r>
                      <a:r>
                        <a:rPr lang="en-NZ" sz="1000" baseline="30000" dirty="0">
                          <a:effectLst/>
                        </a:rPr>
                        <a:t>**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0.246</a:t>
                      </a:r>
                      <a:r>
                        <a:rPr lang="en-NZ" sz="1000" baseline="30000">
                          <a:effectLst/>
                        </a:rPr>
                        <a:t>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-0.074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526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PQS –&gt; T –&gt; CWP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0.299</a:t>
                      </a:r>
                      <a:r>
                        <a:rPr lang="en-NZ" sz="1000" baseline="30000">
                          <a:effectLst/>
                        </a:rPr>
                        <a:t>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0.028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0.072</a:t>
                      </a:r>
                      <a:r>
                        <a:rPr lang="en-NZ" sz="1000" baseline="30000">
                          <a:effectLst/>
                        </a:rPr>
                        <a:t>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3298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RD –&gt; T –&gt; CWP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0.110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>
                          <a:effectLst/>
                        </a:rPr>
                        <a:t>0.100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NZ" sz="1000" dirty="0">
                          <a:effectLst/>
                        </a:rPr>
                        <a:t>-0.067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753830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8FDB5E03-92F3-4A57-9B2B-E68687FE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74" y="5945436"/>
            <a:ext cx="39437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zh-TW" sz="1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kumimoji="0" lang="en-NZ" altLang="zh-TW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&lt; 0.1</a:t>
            </a:r>
            <a:endParaRPr kumimoji="0" lang="en-US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zh-TW" sz="1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</a:t>
            </a:r>
            <a:r>
              <a:rPr kumimoji="0" lang="en-NZ" altLang="zh-TW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&lt; 0.01</a:t>
            </a:r>
            <a:endParaRPr kumimoji="0" lang="en-NZ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23930AD-6306-44A8-83E2-3AE72489FD93}"/>
              </a:ext>
            </a:extLst>
          </p:cNvPr>
          <p:cNvSpPr/>
          <p:nvPr/>
        </p:nvSpPr>
        <p:spPr>
          <a:xfrm>
            <a:off x="6843427" y="5368595"/>
            <a:ext cx="205099" cy="119641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26B995-3445-4E18-AE66-F544ABAD6BBA}"/>
              </a:ext>
            </a:extLst>
          </p:cNvPr>
          <p:cNvSpPr/>
          <p:nvPr/>
        </p:nvSpPr>
        <p:spPr>
          <a:xfrm>
            <a:off x="6843426" y="5657015"/>
            <a:ext cx="205099" cy="119641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3F56F-428D-474E-8300-03DF2E65892C}"/>
              </a:ext>
            </a:extLst>
          </p:cNvPr>
          <p:cNvSpPr/>
          <p:nvPr/>
        </p:nvSpPr>
        <p:spPr>
          <a:xfrm>
            <a:off x="2810312" y="5488236"/>
            <a:ext cx="3120705" cy="30200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06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38773795-76EA-44A3-98E9-A722A842ED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56" y="1470624"/>
            <a:ext cx="2688310" cy="1792207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C73E15C-309C-428B-B2A9-A38FD15642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7646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203 rows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groups: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Celebrity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Influencer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condition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photos of clothing, but each respondent saw only 1 photo of 1 piece of clothing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their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purchase intention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if they feel being influenced =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persuasion knowledge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their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perception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about the person (not asked for control condition)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they are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fashion-conscious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their Instagram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sex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99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C73E15C-309C-428B-B2A9-A38FD156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7646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203 rows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groups: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Celebrity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condition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3963BEC6-1EA4-4F24-8A9D-1F2BC02FF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31" y="4539670"/>
            <a:ext cx="3450048" cy="21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23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C73E15C-309C-428B-B2A9-A38FD156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764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203 rows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groups: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Celebrity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Influencer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condition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C8074-E7EA-4B79-BBD2-9932B2349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610" y="4509845"/>
            <a:ext cx="3091633" cy="208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10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C73E15C-309C-428B-B2A9-A38FD156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764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203 rows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groups: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Celebrity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condition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37BEA8-2302-42D7-A6F6-73A93B81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758" y="4511410"/>
            <a:ext cx="3275336" cy="214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93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C73E15C-309C-428B-B2A9-A38FD156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764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203 rows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groups: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Celebrity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condition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53549-D28D-4DD2-B92A-8B419C837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15" y="4514311"/>
            <a:ext cx="2488005" cy="21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37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C73E15C-309C-428B-B2A9-A38FD156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7646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survey data with 203 rows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groups: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Celebrity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condition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photos of clothing, but each respondent saw only 1 photo of 1 piece of clothing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their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purchase intention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if they feel being influenced =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persuasion knowledge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their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perception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about the person (not asked for control condition)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they are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fashion-conscious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their Instagram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Asked about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sex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1982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Reliability of the scales (internal consistency)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Purchase intention (2), 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ρ = .91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Perception (6)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α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.70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Attractiveness (2), 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ρ = 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Expertise (2), 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ρ = 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Reliability (2), 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ρ = 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89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Fashion consciousness (3), 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α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.82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l-G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ρ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Spearman-Brown split-half coefficient</a:t>
            </a:r>
          </a:p>
          <a:p>
            <a:r>
              <a:rPr lang="el-G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α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Cronbach’s coefficient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A21CD92B-FA91-4272-B3A0-BD7DF84FA8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93"/>
          <a:stretch/>
        </p:blipFill>
        <p:spPr>
          <a:xfrm>
            <a:off x="4892346" y="3340917"/>
            <a:ext cx="4876800" cy="325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0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198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Equality of experimental conditions by gender and age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B9C017-753C-4D72-9DF4-BDEFF86BF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289291"/>
              </p:ext>
            </p:extLst>
          </p:nvPr>
        </p:nvGraphicFramePr>
        <p:xfrm>
          <a:off x="677863" y="2701400"/>
          <a:ext cx="8596310" cy="1769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2517">
                  <a:extLst>
                    <a:ext uri="{9D8B030D-6E8A-4147-A177-3AD203B41FA5}">
                      <a16:colId xmlns:a16="http://schemas.microsoft.com/office/drawing/2014/main" val="239736720"/>
                    </a:ext>
                  </a:extLst>
                </a:gridCol>
                <a:gridCol w="715213">
                  <a:extLst>
                    <a:ext uri="{9D8B030D-6E8A-4147-A177-3AD203B41FA5}">
                      <a16:colId xmlns:a16="http://schemas.microsoft.com/office/drawing/2014/main" val="3772824590"/>
                    </a:ext>
                  </a:extLst>
                </a:gridCol>
                <a:gridCol w="716932">
                  <a:extLst>
                    <a:ext uri="{9D8B030D-6E8A-4147-A177-3AD203B41FA5}">
                      <a16:colId xmlns:a16="http://schemas.microsoft.com/office/drawing/2014/main" val="2577684463"/>
                    </a:ext>
                  </a:extLst>
                </a:gridCol>
                <a:gridCol w="716932">
                  <a:extLst>
                    <a:ext uri="{9D8B030D-6E8A-4147-A177-3AD203B41FA5}">
                      <a16:colId xmlns:a16="http://schemas.microsoft.com/office/drawing/2014/main" val="3660652187"/>
                    </a:ext>
                  </a:extLst>
                </a:gridCol>
                <a:gridCol w="715213">
                  <a:extLst>
                    <a:ext uri="{9D8B030D-6E8A-4147-A177-3AD203B41FA5}">
                      <a16:colId xmlns:a16="http://schemas.microsoft.com/office/drawing/2014/main" val="1013768238"/>
                    </a:ext>
                  </a:extLst>
                </a:gridCol>
                <a:gridCol w="716932">
                  <a:extLst>
                    <a:ext uri="{9D8B030D-6E8A-4147-A177-3AD203B41FA5}">
                      <a16:colId xmlns:a16="http://schemas.microsoft.com/office/drawing/2014/main" val="2460395963"/>
                    </a:ext>
                  </a:extLst>
                </a:gridCol>
                <a:gridCol w="716932">
                  <a:extLst>
                    <a:ext uri="{9D8B030D-6E8A-4147-A177-3AD203B41FA5}">
                      <a16:colId xmlns:a16="http://schemas.microsoft.com/office/drawing/2014/main" val="2738499537"/>
                    </a:ext>
                  </a:extLst>
                </a:gridCol>
                <a:gridCol w="715213">
                  <a:extLst>
                    <a:ext uri="{9D8B030D-6E8A-4147-A177-3AD203B41FA5}">
                      <a16:colId xmlns:a16="http://schemas.microsoft.com/office/drawing/2014/main" val="2357325042"/>
                    </a:ext>
                  </a:extLst>
                </a:gridCol>
                <a:gridCol w="716932">
                  <a:extLst>
                    <a:ext uri="{9D8B030D-6E8A-4147-A177-3AD203B41FA5}">
                      <a16:colId xmlns:a16="http://schemas.microsoft.com/office/drawing/2014/main" val="2430829844"/>
                    </a:ext>
                  </a:extLst>
                </a:gridCol>
                <a:gridCol w="713494">
                  <a:extLst>
                    <a:ext uri="{9D8B030D-6E8A-4147-A177-3AD203B41FA5}">
                      <a16:colId xmlns:a16="http://schemas.microsoft.com/office/drawing/2014/main" val="2566145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1" dirty="0">
                          <a:effectLst/>
                        </a:rPr>
                        <a:t>Gender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264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Female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Male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Total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364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1" dirty="0">
                          <a:effectLst/>
                        </a:rPr>
                        <a:t>Experimental condition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13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Control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23.82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2.519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26.00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3.212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25.00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3.087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48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4347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Celebrity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24.33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3.464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25.87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3.005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25.04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3.319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2955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Influencer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23.53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2.423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26.33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3.464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24.54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3.118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20023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Peer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23.93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5.298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24.53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3.289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24.17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4.560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47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4353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Total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23.89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3.594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109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25.71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3.239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86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24.69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3.550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195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69539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7F16CD9-063B-4E99-96C7-5C06FB761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4471272"/>
            <a:ext cx="150554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SD, standard deviation</a:t>
            </a: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sr-Latn-R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D8CD3-812C-4141-B549-09E09582759B}"/>
              </a:ext>
            </a:extLst>
          </p:cNvPr>
          <p:cNvSpPr txBox="1"/>
          <p:nvPr/>
        </p:nvSpPr>
        <p:spPr>
          <a:xfrm>
            <a:off x="662474" y="4811087"/>
            <a:ext cx="86116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Chi-squared test of independence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association between </a:t>
            </a:r>
            <a:r>
              <a:rPr lang="sr-Latn-R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gender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sr-Latn-R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experimental condition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χ</a:t>
            </a:r>
            <a:r>
              <a:rPr lang="sr-Latn-RS" sz="16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(3) = 3.63,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.30</a:t>
            </a:r>
            <a:endParaRPr lang="en-U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6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ANOVA of age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 of </a:t>
            </a:r>
            <a:r>
              <a:rPr lang="sr-Latn-R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gender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(1, 187) = 12.45,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.001, partial η</a:t>
            </a:r>
            <a:r>
              <a:rPr lang="sr-Latn-RS" sz="16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.06</a:t>
            </a:r>
            <a:endParaRPr lang="en-U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effect of </a:t>
            </a:r>
            <a:r>
              <a:rPr lang="sr-Latn-R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group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(3, 187) = .58,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.63, partial η</a:t>
            </a:r>
            <a:r>
              <a:rPr lang="sr-Latn-RS" sz="16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.01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effect of </a:t>
            </a:r>
            <a:r>
              <a:rPr lang="sr-Latn-R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gender × group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(3, 187) = .85, </a:t>
            </a:r>
            <a:r>
              <a:rPr lang="sr-Latn-R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.47, partial η</a:t>
            </a:r>
            <a:r>
              <a:rPr lang="sr-Latn-RS" sz="16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.01</a:t>
            </a:r>
            <a:endParaRPr lang="en-U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sr-Latn-R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587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60927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endorser on the purchase intention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ANOVA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 of normality and absence of outliers satisfied.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betwee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n-subjects effect of </a:t>
            </a:r>
            <a:r>
              <a:rPr lang="en-U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group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on </a:t>
            </a:r>
            <a:r>
              <a:rPr lang="en-U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purchase intention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(3, 195) = .68, 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.57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C7EE8C-C481-4309-9E82-4624E19D4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50482"/>
              </p:ext>
            </p:extLst>
          </p:nvPr>
        </p:nvGraphicFramePr>
        <p:xfrm>
          <a:off x="1004506" y="4706587"/>
          <a:ext cx="5779618" cy="15486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4818">
                  <a:extLst>
                    <a:ext uri="{9D8B030D-6E8A-4147-A177-3AD203B41FA5}">
                      <a16:colId xmlns:a16="http://schemas.microsoft.com/office/drawing/2014/main" val="4704312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89007167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45183849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409805499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18656108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19829299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1" dirty="0">
                          <a:effectLst/>
                        </a:rPr>
                        <a:t>Experimental condition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95% Confidence Interval for 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0665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691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Control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1.133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.160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2.87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3.51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2861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Celebrity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3.37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1.138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.161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3.69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06118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Influencer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3.45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1.097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.154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3.14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3.76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551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Peer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3.48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1.096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.158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3.80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423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0" dirty="0">
                          <a:effectLst/>
                        </a:rPr>
                        <a:t>Total</a:t>
                      </a:r>
                      <a:endParaRPr lang="en-US" sz="1200" i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3.37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1.113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.079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3.22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3.53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72555584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6D50227F-4A6E-449E-B2D9-20D5BA85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506" y="6255225"/>
            <a:ext cx="261481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SD, standard deviation</a:t>
            </a: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SE, standard error.</a:t>
            </a:r>
            <a:endParaRPr kumimoji="0" lang="sr-Latn-R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68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609277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endorser on the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persuasion knowledge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(ordinal variable)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Kruskal-Wallis test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ignificant effect of </a:t>
            </a:r>
            <a:r>
              <a:rPr lang="sr-Latn-R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group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on </a:t>
            </a:r>
            <a:r>
              <a:rPr lang="sr-Latn-R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persuasion knowledge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χ</a:t>
            </a:r>
            <a:r>
              <a:rPr lang="sr-Latn-RS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(3) = 73.20, </a:t>
            </a:r>
            <a:r>
              <a:rPr lang="sr-Latn-R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8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Mann-Whitney U test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non-significant difference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only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between ’control’ and ’peer’ group (</a:t>
            </a:r>
            <a:r>
              <a:rPr lang="sr-Latn-R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&gt; .05)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D50227F-4A6E-449E-B2D9-20D5BA85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783" y="5412684"/>
            <a:ext cx="1537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SD, standard deviation</a:t>
            </a: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sr-Latn-R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967B01-60AC-4D74-8236-C48470F17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65273"/>
              </p:ext>
            </p:extLst>
          </p:nvPr>
        </p:nvGraphicFramePr>
        <p:xfrm>
          <a:off x="1004506" y="4085280"/>
          <a:ext cx="3778757" cy="1327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006">
                  <a:extLst>
                    <a:ext uri="{9D8B030D-6E8A-4147-A177-3AD203B41FA5}">
                      <a16:colId xmlns:a16="http://schemas.microsoft.com/office/drawing/2014/main" val="3036122635"/>
                    </a:ext>
                  </a:extLst>
                </a:gridCol>
                <a:gridCol w="717233">
                  <a:extLst>
                    <a:ext uri="{9D8B030D-6E8A-4147-A177-3AD203B41FA5}">
                      <a16:colId xmlns:a16="http://schemas.microsoft.com/office/drawing/2014/main" val="2696685839"/>
                    </a:ext>
                  </a:extLst>
                </a:gridCol>
                <a:gridCol w="657464">
                  <a:extLst>
                    <a:ext uri="{9D8B030D-6E8A-4147-A177-3AD203B41FA5}">
                      <a16:colId xmlns:a16="http://schemas.microsoft.com/office/drawing/2014/main" val="111017063"/>
                    </a:ext>
                  </a:extLst>
                </a:gridCol>
                <a:gridCol w="850054">
                  <a:extLst>
                    <a:ext uri="{9D8B030D-6E8A-4147-A177-3AD203B41FA5}">
                      <a16:colId xmlns:a16="http://schemas.microsoft.com/office/drawing/2014/main" val="2904116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1" dirty="0">
                          <a:effectLst/>
                        </a:rPr>
                        <a:t>Experimental condition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 rank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75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Control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1.62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.901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61.17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90800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Celebrity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2.90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1.093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121.91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6836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Influencer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3.45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1.137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142.35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54602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Peer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1.83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.953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72.63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3301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Total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2.46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1.270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1248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166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307274" cy="4006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endorser on the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perception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MANOVA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attractiveness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expertise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reliability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as DVs)</a:t>
            </a:r>
            <a:endParaRPr lang="en-US" sz="18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Assumptions of sample size, univariate normality, multivariate normality, linear relationships among DVs, multicollinearity/singularity, equality of covariance matrices (Box’s test) – not importantly violated.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Assumption of equality of error variances not violated only for </a:t>
            </a:r>
            <a:r>
              <a:rPr lang="en-U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reliability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Levene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&gt; .05). 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18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Solution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criterion for between-subjects effects tests was set at 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.01.</a:t>
            </a: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525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6" y="2203086"/>
            <a:ext cx="8877725" cy="4934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endorser on the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perception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MANOVA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attractiveness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expertise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reliability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as DVs)</a:t>
            </a: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Multivariate tests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significant effect of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Pillai’s Trace = .51,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(6, 288) = 16.35,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.001, partial η</a:t>
            </a:r>
            <a:r>
              <a:rPr lang="sr-Latn-RS" sz="14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.25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Tests of between-subjects effects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marR="0" indent="-28575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effect of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group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on </a:t>
            </a:r>
            <a:r>
              <a:rPr lang="sr-Latn-RS" sz="14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attractiveness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(2, 145) = 3.09,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.05, partial η</a:t>
            </a:r>
            <a:r>
              <a:rPr lang="sr-Latn-RS" sz="14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.04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effect of group 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</a:t>
            </a:r>
            <a:r>
              <a:rPr lang="sr-Latn-RS" sz="14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expertise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(2, 145) = .14,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.86, partial η</a:t>
            </a:r>
            <a:r>
              <a:rPr lang="sr-Latn-RS" sz="14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.002</a:t>
            </a:r>
            <a:endParaRPr lang="en-US" sz="1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 of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group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on </a:t>
            </a:r>
            <a:r>
              <a:rPr lang="sr-Latn-RS" sz="14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reliability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(2, 145) = 45.13, </a:t>
            </a:r>
            <a:r>
              <a:rPr lang="sr-Latn-RS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.001, partial η</a:t>
            </a:r>
            <a:r>
              <a:rPr lang="sr-Latn-RS" sz="14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sr-Latn-R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.38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(peer highest)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D50227F-4A6E-449E-B2D9-20D5BA85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506" y="4513886"/>
            <a:ext cx="150554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r-Latn-R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SD, standard deviation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sr-Latn-R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A99786-37FD-4317-986D-269A35339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758579"/>
              </p:ext>
            </p:extLst>
          </p:nvPr>
        </p:nvGraphicFramePr>
        <p:xfrm>
          <a:off x="1004506" y="2964359"/>
          <a:ext cx="6746922" cy="15495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5138">
                  <a:extLst>
                    <a:ext uri="{9D8B030D-6E8A-4147-A177-3AD203B41FA5}">
                      <a16:colId xmlns:a16="http://schemas.microsoft.com/office/drawing/2014/main" val="875498919"/>
                    </a:ext>
                  </a:extLst>
                </a:gridCol>
                <a:gridCol w="906011">
                  <a:extLst>
                    <a:ext uri="{9D8B030D-6E8A-4147-A177-3AD203B41FA5}">
                      <a16:colId xmlns:a16="http://schemas.microsoft.com/office/drawing/2014/main" val="1057101171"/>
                    </a:ext>
                  </a:extLst>
                </a:gridCol>
                <a:gridCol w="847288">
                  <a:extLst>
                    <a:ext uri="{9D8B030D-6E8A-4147-A177-3AD203B41FA5}">
                      <a16:colId xmlns:a16="http://schemas.microsoft.com/office/drawing/2014/main" val="3662451907"/>
                    </a:ext>
                  </a:extLst>
                </a:gridCol>
                <a:gridCol w="805343">
                  <a:extLst>
                    <a:ext uri="{9D8B030D-6E8A-4147-A177-3AD203B41FA5}">
                      <a16:colId xmlns:a16="http://schemas.microsoft.com/office/drawing/2014/main" val="1855651947"/>
                    </a:ext>
                  </a:extLst>
                </a:gridCol>
                <a:gridCol w="847288">
                  <a:extLst>
                    <a:ext uri="{9D8B030D-6E8A-4147-A177-3AD203B41FA5}">
                      <a16:colId xmlns:a16="http://schemas.microsoft.com/office/drawing/2014/main" val="2492064068"/>
                    </a:ext>
                  </a:extLst>
                </a:gridCol>
                <a:gridCol w="822121">
                  <a:extLst>
                    <a:ext uri="{9D8B030D-6E8A-4147-A177-3AD203B41FA5}">
                      <a16:colId xmlns:a16="http://schemas.microsoft.com/office/drawing/2014/main" val="4294613348"/>
                    </a:ext>
                  </a:extLst>
                </a:gridCol>
                <a:gridCol w="813733">
                  <a:extLst>
                    <a:ext uri="{9D8B030D-6E8A-4147-A177-3AD203B41FA5}">
                      <a16:colId xmlns:a16="http://schemas.microsoft.com/office/drawing/2014/main" val="3644695691"/>
                    </a:ext>
                  </a:extLst>
                </a:gridCol>
              </a:tblGrid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1" dirty="0">
                          <a:effectLst/>
                        </a:rPr>
                        <a:t>Perception dimension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339137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Attractiveness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Expertise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Reliability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455036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1" dirty="0">
                          <a:effectLst/>
                        </a:rPr>
                        <a:t>Experimental condition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Mean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SD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71568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Celebrity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3.95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.970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.777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2.93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.742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15248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Influencer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3.75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.751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1.036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.728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89918652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i="1" dirty="0">
                          <a:effectLst/>
                        </a:rPr>
                        <a:t>Peer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3.55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.573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.574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4.21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.764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42794510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36830" marR="3683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Total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3.76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.796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.819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>
                          <a:effectLst/>
                        </a:rPr>
                        <a:t>3.36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marR="36830"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.942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96838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675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307274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persuasion knowledge, attractiveness, expertise, reliability, fashion consciousness, activity and gender on the purchase intention, when the type of endorser is controlled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multiple regression</a:t>
            </a:r>
            <a:endParaRPr lang="en-U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Assumptions of sample size, multicollinearity/singularity, absence of atypical points, normality, linearity, homogeneity of variances, and independence of residuals were not violated.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IVs explained 61.3% of the variance of </a:t>
            </a:r>
            <a:r>
              <a:rPr lang="en-U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purchase intention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n-US" sz="1800" i="1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.61, 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(10, 136) = 21.51, 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.001.</a:t>
            </a: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786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307274" cy="165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persuasion knowledge, attractiveness, expertise, reliability, fashion consciousness, activity and gender on the purchase intention, when the type of endorser is controlled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multiple regression</a:t>
            </a: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0E0281-B9F6-4A28-B1E3-BD41485CB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970873"/>
              </p:ext>
            </p:extLst>
          </p:nvPr>
        </p:nvGraphicFramePr>
        <p:xfrm>
          <a:off x="914232" y="3429000"/>
          <a:ext cx="8397549" cy="2876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798">
                  <a:extLst>
                    <a:ext uri="{9D8B030D-6E8A-4147-A177-3AD203B41FA5}">
                      <a16:colId xmlns:a16="http://schemas.microsoft.com/office/drawing/2014/main" val="4284433742"/>
                    </a:ext>
                  </a:extLst>
                </a:gridCol>
                <a:gridCol w="1109026">
                  <a:extLst>
                    <a:ext uri="{9D8B030D-6E8A-4147-A177-3AD203B41FA5}">
                      <a16:colId xmlns:a16="http://schemas.microsoft.com/office/drawing/2014/main" val="3121762247"/>
                    </a:ext>
                  </a:extLst>
                </a:gridCol>
                <a:gridCol w="1197749">
                  <a:extLst>
                    <a:ext uri="{9D8B030D-6E8A-4147-A177-3AD203B41FA5}">
                      <a16:colId xmlns:a16="http://schemas.microsoft.com/office/drawing/2014/main" val="983289228"/>
                    </a:ext>
                  </a:extLst>
                </a:gridCol>
                <a:gridCol w="1197749">
                  <a:extLst>
                    <a:ext uri="{9D8B030D-6E8A-4147-A177-3AD203B41FA5}">
                      <a16:colId xmlns:a16="http://schemas.microsoft.com/office/drawing/2014/main" val="3510085411"/>
                    </a:ext>
                  </a:extLst>
                </a:gridCol>
                <a:gridCol w="638799">
                  <a:extLst>
                    <a:ext uri="{9D8B030D-6E8A-4147-A177-3AD203B41FA5}">
                      <a16:colId xmlns:a16="http://schemas.microsoft.com/office/drawing/2014/main" val="1203954582"/>
                    </a:ext>
                  </a:extLst>
                </a:gridCol>
                <a:gridCol w="578468">
                  <a:extLst>
                    <a:ext uri="{9D8B030D-6E8A-4147-A177-3AD203B41FA5}">
                      <a16:colId xmlns:a16="http://schemas.microsoft.com/office/drawing/2014/main" val="3751419773"/>
                    </a:ext>
                  </a:extLst>
                </a:gridCol>
                <a:gridCol w="721311">
                  <a:extLst>
                    <a:ext uri="{9D8B030D-6E8A-4147-A177-3AD203B41FA5}">
                      <a16:colId xmlns:a16="http://schemas.microsoft.com/office/drawing/2014/main" val="629719960"/>
                    </a:ext>
                  </a:extLst>
                </a:gridCol>
                <a:gridCol w="718649">
                  <a:extLst>
                    <a:ext uri="{9D8B030D-6E8A-4147-A177-3AD203B41FA5}">
                      <a16:colId xmlns:a16="http://schemas.microsoft.com/office/drawing/2014/main" val="351414627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38100" marR="3810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Unstandardized Coefficients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Std. Coefficients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95.0% C.I. for 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5712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Std. Error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Beta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L.B.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U.B.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215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(Constant)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-.798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.491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-1.624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.107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-1.770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.174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17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1. Celebrity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.327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.191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.127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1.713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.089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-.051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.704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877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2. Influencer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.311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.204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.122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1.528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.129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-.092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.715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8100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3. Peer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-.069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.209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-.027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-.332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tx1"/>
                          </a:solidFill>
                          <a:effectLst/>
                        </a:rPr>
                        <a:t>.741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-.483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tx1"/>
                          </a:solidFill>
                          <a:effectLst/>
                        </a:rPr>
                        <a:t>.345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6350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4. Gender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-.157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.134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-1.173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.243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-.421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.108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3802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5. Persuasion knowledge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-.038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-.043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-.612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.541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.084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42207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6. Attractiveneess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.018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.095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.190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.850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.206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5482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7. Expertise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.293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.089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.216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3.298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.001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.117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.469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9990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8. Reliability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.228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.108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.193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2.108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.037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.014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.441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8074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9. Fashion consciousness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.680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.097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.515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>
                          <a:solidFill>
                            <a:schemeClr val="tx1"/>
                          </a:solidFill>
                          <a:effectLst/>
                        </a:rPr>
                        <a:t>7.011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.000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.488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.872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1206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10. Activity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-.024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-.396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.693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-.145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effectLst/>
                        </a:rPr>
                        <a:t>.097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402053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D3862F6-AF99-44D2-AC72-12297CD3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32" y="6305042"/>
            <a:ext cx="368081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C.I., confidence interval; L.B., lower bound; U.B., upper bound.</a:t>
            </a:r>
            <a:endParaRPr kumimoji="0" lang="sr-Latn-R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52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Survey experiment data analysis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893440" cy="1336150"/>
          </a:xfrm>
        </p:spPr>
        <p:txBody>
          <a:bodyPr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the type of Instagram endorser on the purchasing intentions of their followers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1004507" y="2203086"/>
            <a:ext cx="8307274" cy="165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Effects of persuasion knowledge, attractiveness, expertise, reliability, fashion consciousness, activity and gender on the purchase intention, when the type of endorser is controlled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multiple regression</a:t>
            </a: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0E0281-B9F6-4A28-B1E3-BD41485CB77D}"/>
              </a:ext>
            </a:extLst>
          </p:cNvPr>
          <p:cNvGraphicFramePr>
            <a:graphicFrameLocks noGrp="1"/>
          </p:cNvGraphicFramePr>
          <p:nvPr/>
        </p:nvGraphicFramePr>
        <p:xfrm>
          <a:off x="914232" y="3429000"/>
          <a:ext cx="8397549" cy="2876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798">
                  <a:extLst>
                    <a:ext uri="{9D8B030D-6E8A-4147-A177-3AD203B41FA5}">
                      <a16:colId xmlns:a16="http://schemas.microsoft.com/office/drawing/2014/main" val="4284433742"/>
                    </a:ext>
                  </a:extLst>
                </a:gridCol>
                <a:gridCol w="1109026">
                  <a:extLst>
                    <a:ext uri="{9D8B030D-6E8A-4147-A177-3AD203B41FA5}">
                      <a16:colId xmlns:a16="http://schemas.microsoft.com/office/drawing/2014/main" val="3121762247"/>
                    </a:ext>
                  </a:extLst>
                </a:gridCol>
                <a:gridCol w="1197749">
                  <a:extLst>
                    <a:ext uri="{9D8B030D-6E8A-4147-A177-3AD203B41FA5}">
                      <a16:colId xmlns:a16="http://schemas.microsoft.com/office/drawing/2014/main" val="983289228"/>
                    </a:ext>
                  </a:extLst>
                </a:gridCol>
                <a:gridCol w="1197749">
                  <a:extLst>
                    <a:ext uri="{9D8B030D-6E8A-4147-A177-3AD203B41FA5}">
                      <a16:colId xmlns:a16="http://schemas.microsoft.com/office/drawing/2014/main" val="3510085411"/>
                    </a:ext>
                  </a:extLst>
                </a:gridCol>
                <a:gridCol w="638799">
                  <a:extLst>
                    <a:ext uri="{9D8B030D-6E8A-4147-A177-3AD203B41FA5}">
                      <a16:colId xmlns:a16="http://schemas.microsoft.com/office/drawing/2014/main" val="1203954582"/>
                    </a:ext>
                  </a:extLst>
                </a:gridCol>
                <a:gridCol w="578468">
                  <a:extLst>
                    <a:ext uri="{9D8B030D-6E8A-4147-A177-3AD203B41FA5}">
                      <a16:colId xmlns:a16="http://schemas.microsoft.com/office/drawing/2014/main" val="3751419773"/>
                    </a:ext>
                  </a:extLst>
                </a:gridCol>
                <a:gridCol w="721311">
                  <a:extLst>
                    <a:ext uri="{9D8B030D-6E8A-4147-A177-3AD203B41FA5}">
                      <a16:colId xmlns:a16="http://schemas.microsoft.com/office/drawing/2014/main" val="629719960"/>
                    </a:ext>
                  </a:extLst>
                </a:gridCol>
                <a:gridCol w="718649">
                  <a:extLst>
                    <a:ext uri="{9D8B030D-6E8A-4147-A177-3AD203B41FA5}">
                      <a16:colId xmlns:a16="http://schemas.microsoft.com/office/drawing/2014/main" val="351414627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38100" marR="3810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Unstandardized Coefficients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Std. Coefficients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95.0% C.I. for 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5712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Std. Error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Beta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L.B.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U.B.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215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(Constant)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-.798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.491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-1.624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.107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-1.770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.174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17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1. Celebrity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.327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.191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.127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1.713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.089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-.051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.704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877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2. Influencer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.311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.204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.122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1.528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.129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-.092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.715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8100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3. Peer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-.069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.209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-.027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-.332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.741</a:t>
                      </a:r>
                      <a:endParaRPr lang="en-US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-.483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.345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6350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4. Gender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-.157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.134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-1.173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.243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-.421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.108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3802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5. Persuasion knowledge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-.038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-.043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-.612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.541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.084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42207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6. Attractiveneess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.018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.095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.190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.850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.206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5482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7. Expertise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.293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.089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.216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3.298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.001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.117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.469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9990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8. Reliability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.228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.108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.193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2.108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.037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.014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.441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8074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9. Fashion consciousness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.680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.097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.515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>
                          <a:solidFill>
                            <a:schemeClr val="tx1"/>
                          </a:solidFill>
                          <a:effectLst/>
                        </a:rPr>
                        <a:t>7.011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.000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.488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b="0" dirty="0">
                          <a:solidFill>
                            <a:schemeClr val="tx1"/>
                          </a:solidFill>
                          <a:effectLst/>
                        </a:rPr>
                        <a:t>.872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1206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sr-Latn-RS" sz="1100" dirty="0">
                          <a:effectLst/>
                        </a:rPr>
                        <a:t>10. Activity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-.024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.061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-.396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.693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>
                          <a:effectLst/>
                        </a:rPr>
                        <a:t>-.145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RS" sz="1100" dirty="0">
                          <a:effectLst/>
                        </a:rPr>
                        <a:t>.097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402053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D3862F6-AF99-44D2-AC72-12297CD3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32" y="6305042"/>
            <a:ext cx="368081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C.I., confidence interval; L.B., lower bound; U.B., upper bound.</a:t>
            </a:r>
            <a:endParaRPr kumimoji="0" lang="sr-Latn-R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59CFFD-5D8A-4621-999F-70F74D4B7A26}"/>
              </a:ext>
            </a:extLst>
          </p:cNvPr>
          <p:cNvSpPr/>
          <p:nvPr/>
        </p:nvSpPr>
        <p:spPr>
          <a:xfrm>
            <a:off x="914232" y="5436066"/>
            <a:ext cx="8397549" cy="6459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43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4" y="400371"/>
            <a:ext cx="4229872" cy="1646543"/>
          </a:xfrm>
        </p:spPr>
        <p:txBody>
          <a:bodyPr anchor="ctr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3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Tableau Story</a:t>
            </a:r>
            <a:endParaRPr lang="en-US" sz="3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81F-EE86-4AC3-80C4-1C200E71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736" y="555567"/>
            <a:ext cx="3211420" cy="1336150"/>
          </a:xfrm>
        </p:spPr>
        <p:txBody>
          <a:bodyPr anchor="ctr">
            <a:noAutofit/>
          </a:bodyPr>
          <a:lstStyle/>
          <a:p>
            <a:pPr marL="0" marR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kern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Profiles of the UK bank customers in different regions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0A44-C19D-48CD-9B13-0EABE343B072}"/>
              </a:ext>
            </a:extLst>
          </p:cNvPr>
          <p:cNvSpPr txBox="1"/>
          <p:nvPr/>
        </p:nvSpPr>
        <p:spPr>
          <a:xfrm>
            <a:off x="738709" y="2538645"/>
            <a:ext cx="83072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Data: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for an imaginary bank operating in the UK, 4 014 rows</a:t>
            </a:r>
            <a:r>
              <a:rPr lang="en-US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https://www.kaggle.com/ukveteran/uk-bank-customers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600"/>
              </a:spcAft>
            </a:pP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the customers look like in the different regions of the UK?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D480FA68-BCED-4A7B-B52F-DA10DDD37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09" y="3574207"/>
            <a:ext cx="6924675" cy="2228850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34BEA0C-AE15-487E-A7D5-456334FDED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625" y="1639636"/>
            <a:ext cx="4506416" cy="94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19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slide2" descr="Story 13">
            <a:extLst>
              <a:ext uri="{FF2B5EF4-FFF2-40B4-BE49-F238E27FC236}">
                <a16:creationId xmlns:a16="http://schemas.microsoft.com/office/drawing/2014/main" id="{03E66288-CEE5-4D35-A80E-3922DD140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84" y="480060"/>
            <a:ext cx="6208294" cy="5897880"/>
          </a:xfrm>
          <a:prstGeom prst="rect">
            <a:avLst/>
          </a:prstGeom>
        </p:spPr>
      </p:pic>
      <p:pic>
        <p:nvPicPr>
          <p:cNvPr id="31" name="Picture 30" descr="Icon&#10;&#10;Description automatically generated">
            <a:extLst>
              <a:ext uri="{FF2B5EF4-FFF2-40B4-BE49-F238E27FC236}">
                <a16:creationId xmlns:a16="http://schemas.microsoft.com/office/drawing/2014/main" id="{91619A8F-EA52-45CB-BE7C-30C5F275EA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lide3" descr="Story 14">
            <a:extLst>
              <a:ext uri="{FF2B5EF4-FFF2-40B4-BE49-F238E27FC236}">
                <a16:creationId xmlns:a16="http://schemas.microsoft.com/office/drawing/2014/main" id="{5C29AD88-EDE2-4E26-90EF-AC0DF86F9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84" y="480060"/>
            <a:ext cx="6208294" cy="5897880"/>
          </a:xfrm>
          <a:prstGeom prst="rect">
            <a:avLst/>
          </a:prstGeom>
        </p:spPr>
      </p:pic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3EF7F710-555D-4BC2-81CA-7CCE4B085A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1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lide4" descr="Story 15">
            <a:extLst>
              <a:ext uri="{FF2B5EF4-FFF2-40B4-BE49-F238E27FC236}">
                <a16:creationId xmlns:a16="http://schemas.microsoft.com/office/drawing/2014/main" id="{E8A4626C-8811-4461-BF33-2B0A096BB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84" y="480060"/>
            <a:ext cx="6208294" cy="5897880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7B3651EF-90AD-40F3-81FF-16B590B7DB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04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de5" descr="Story 16">
            <a:extLst>
              <a:ext uri="{FF2B5EF4-FFF2-40B4-BE49-F238E27FC236}">
                <a16:creationId xmlns:a16="http://schemas.microsoft.com/office/drawing/2014/main" id="{2F11B807-73A6-43DD-A02E-0BF80AF03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70" y="480060"/>
            <a:ext cx="6204307" cy="5894092"/>
          </a:xfrm>
          <a:prstGeom prst="rect">
            <a:avLst/>
          </a:prstGeom>
        </p:spPr>
      </p:pic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A76F4A16-A4A8-4068-B9B5-2162465E8E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1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de6" descr="Story 19">
            <a:extLst>
              <a:ext uri="{FF2B5EF4-FFF2-40B4-BE49-F238E27FC236}">
                <a16:creationId xmlns:a16="http://schemas.microsoft.com/office/drawing/2014/main" id="{CB0858CF-A78E-4891-BA2B-B328AB96E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84" y="480060"/>
            <a:ext cx="6208294" cy="5897880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24B8F502-F595-4815-9D08-85DA7B3E90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52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lide7" descr="Story 17">
            <a:extLst>
              <a:ext uri="{FF2B5EF4-FFF2-40B4-BE49-F238E27FC236}">
                <a16:creationId xmlns:a16="http://schemas.microsoft.com/office/drawing/2014/main" id="{DF3A3C01-0D41-4946-AC58-A8B7AD0E3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84" y="480060"/>
            <a:ext cx="6208294" cy="5897880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0E3198F8-7843-4202-867A-0401F4E2E39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92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de8" descr="Story 18">
            <a:extLst>
              <a:ext uri="{FF2B5EF4-FFF2-40B4-BE49-F238E27FC236}">
                <a16:creationId xmlns:a16="http://schemas.microsoft.com/office/drawing/2014/main" id="{9D0B3D1F-666B-4CE0-83A1-FFAB01EF9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84" y="480060"/>
            <a:ext cx="6208294" cy="5897880"/>
          </a:xfrm>
          <a:prstGeom prst="rect">
            <a:avLst/>
          </a:prstGeom>
        </p:spPr>
      </p:pic>
      <p:pic>
        <p:nvPicPr>
          <p:cNvPr id="26" name="Picture 25" descr="Icon&#10;&#10;Description automatically generated">
            <a:extLst>
              <a:ext uri="{FF2B5EF4-FFF2-40B4-BE49-F238E27FC236}">
                <a16:creationId xmlns:a16="http://schemas.microsoft.com/office/drawing/2014/main" id="{F363897F-2894-4281-AF1C-A61E8DF14B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663450"/>
            <a:ext cx="3408892" cy="7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80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999EEE-A0C8-43CE-A1B8-72ABC9BF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5" y="1282701"/>
            <a:ext cx="5096060" cy="4307148"/>
          </a:xfrm>
        </p:spPr>
        <p:txBody>
          <a:bodyPr anchor="ctr"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en-GB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b="1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236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4226</Words>
  <Application>Microsoft Office PowerPoint</Application>
  <PresentationFormat>Widescreen</PresentationFormat>
  <Paragraphs>997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Times New Roman</vt:lpstr>
      <vt:lpstr>Trebuchet MS</vt:lpstr>
      <vt:lpstr>Wingdings 3</vt:lpstr>
      <vt:lpstr>Facet</vt:lpstr>
      <vt:lpstr>Katarina Milivojević</vt:lpstr>
      <vt:lpstr>Projects</vt:lpstr>
      <vt:lpstr>Covid-19 testing rate</vt:lpstr>
      <vt:lpstr>Covid-19 testing rate</vt:lpstr>
      <vt:lpstr>Covid-19 testing rate</vt:lpstr>
      <vt:lpstr>Covid-19 testing rate</vt:lpstr>
      <vt:lpstr>Survival analysis</vt:lpstr>
      <vt:lpstr>Survival analysis</vt:lpstr>
      <vt:lpstr>Survival analysis</vt:lpstr>
      <vt:lpstr>Survival analysis</vt:lpstr>
      <vt:lpstr>Survival analysis</vt:lpstr>
      <vt:lpstr>Survival analysis</vt:lpstr>
      <vt:lpstr>Structural Equation Modelling</vt:lpstr>
      <vt:lpstr>Structural Equation Modelling</vt:lpstr>
      <vt:lpstr>Structural Equation Modelling</vt:lpstr>
      <vt:lpstr>Structural Equation Modelling</vt:lpstr>
      <vt:lpstr>Structural Equation Modelling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Survey experiment data analysis</vt:lpstr>
      <vt:lpstr>Tableau 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Katarina Milivojević</dc:title>
  <dc:creator>Katarina Milivojevic</dc:creator>
  <cp:lastModifiedBy>Katarina Milivojevic</cp:lastModifiedBy>
  <cp:revision>3</cp:revision>
  <dcterms:created xsi:type="dcterms:W3CDTF">2021-01-23T21:06:12Z</dcterms:created>
  <dcterms:modified xsi:type="dcterms:W3CDTF">2021-02-23T12:51:31Z</dcterms:modified>
</cp:coreProperties>
</file>